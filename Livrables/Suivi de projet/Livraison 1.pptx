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4"/>
  </p:sldMasterIdLst>
  <p:notesMasterIdLst>
    <p:notesMasterId r:id="rId18"/>
  </p:notesMasterIdLst>
  <p:sldIdLst>
    <p:sldId id="256" r:id="rId5"/>
    <p:sldId id="259" r:id="rId6"/>
    <p:sldId id="271" r:id="rId7"/>
    <p:sldId id="257" r:id="rId8"/>
    <p:sldId id="258" r:id="rId9"/>
    <p:sldId id="265" r:id="rId10"/>
    <p:sldId id="268" r:id="rId11"/>
    <p:sldId id="263" r:id="rId12"/>
    <p:sldId id="266" r:id="rId13"/>
    <p:sldId id="267" r:id="rId14"/>
    <p:sldId id="262" r:id="rId15"/>
    <p:sldId id="27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4815B-551C-4538-ADA6-58B2C0517253}" v="730" dt="2025-02-26T01:17:41.885"/>
    <p1510:client id="{14E3CE37-A0E2-4220-B2A1-E7B29C4333C0}" v="934" dt="2025-02-26T15:33:24.280"/>
    <p1510:client id="{18A414DE-02A2-432B-97EF-B95B3018967E}" v="2" dt="2025-02-26T13:53:56.960"/>
    <p1510:client id="{329DC686-66B7-4988-8074-B6FBC1193BDF}" v="29" dt="2025-02-26T04:14:25.059"/>
    <p1510:client id="{3F33CAFC-0E79-6A45-B4CB-7CFD64A02D92}" v="472" dt="2025-02-26T15:37:54.591"/>
    <p1510:client id="{4980F482-A40E-4A8D-937B-E557B87732C5}" v="397" dt="2025-02-26T03:23:08.861"/>
    <p1510:client id="{5AD50774-E1A0-42C9-A479-DF0E2DCF6050}" v="506" dt="2025-02-26T04:35:09.995"/>
    <p1510:client id="{86A12E3B-55FF-9B4E-8FAB-A7D8D59656D2}" v="6" dt="2025-02-26T03:53:38.398"/>
    <p1510:client id="{9C361EED-AEDD-47AD-A9ED-496C56D82E28}" v="9" dt="2025-02-26T13:06:41.358"/>
    <p1510:client id="{CC8CE06E-79D5-4521-BD2F-70DF7F0C185B}" v="47" dt="2025-02-26T04:50:32.448"/>
    <p1510:client id="{CF4C2826-BE44-465E-8FF3-E9BEA1B9F64F}" v="106" dt="2025-02-26T14:34:23.753"/>
    <p1510:client id="{F044A0C1-90E8-4118-8890-5A6B445264E3}" v="109" dt="2025-02-26T14:32:21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Marcoux" userId="S::marj1427@usherbrooke.ca::9d67051b-36c8-40cd-9aad-e42724acdfb2" providerId="AD" clId="Web-{18A414DE-02A2-432B-97EF-B95B3018967E}"/>
    <pc:docChg chg="modSld">
      <pc:chgData name="Justin Marcoux" userId="S::marj1427@usherbrooke.ca::9d67051b-36c8-40cd-9aad-e42724acdfb2" providerId="AD" clId="Web-{18A414DE-02A2-432B-97EF-B95B3018967E}" dt="2025-02-26T13:53:56.960" v="1" actId="1076"/>
      <pc:docMkLst>
        <pc:docMk/>
      </pc:docMkLst>
      <pc:sldChg chg="modSp">
        <pc:chgData name="Justin Marcoux" userId="S::marj1427@usherbrooke.ca::9d67051b-36c8-40cd-9aad-e42724acdfb2" providerId="AD" clId="Web-{18A414DE-02A2-432B-97EF-B95B3018967E}" dt="2025-02-26T13:53:56.960" v="1" actId="1076"/>
        <pc:sldMkLst>
          <pc:docMk/>
          <pc:sldMk cId="1547341113" sldId="266"/>
        </pc:sldMkLst>
        <pc:spChg chg="mod">
          <ac:chgData name="Justin Marcoux" userId="S::marj1427@usherbrooke.ca::9d67051b-36c8-40cd-9aad-e42724acdfb2" providerId="AD" clId="Web-{18A414DE-02A2-432B-97EF-B95B3018967E}" dt="2025-02-26T13:53:56.960" v="1" actId="1076"/>
          <ac:spMkLst>
            <pc:docMk/>
            <pc:sldMk cId="1547341113" sldId="266"/>
            <ac:spMk id="9" creationId="{058634EE-406E-4D00-D022-8BDF73DD78DF}"/>
          </ac:spMkLst>
        </pc:spChg>
      </pc:sldChg>
    </pc:docChg>
  </pc:docChgLst>
  <pc:docChgLst>
    <pc:chgData name="Hugo Bergeron" userId="59293051-4354-40d9-86fb-fdc9df8c71c9" providerId="ADAL" clId="{14E3CE37-A0E2-4220-B2A1-E7B29C4333C0}"/>
    <pc:docChg chg="undo custSel addSld modSld">
      <pc:chgData name="Hugo Bergeron" userId="59293051-4354-40d9-86fb-fdc9df8c71c9" providerId="ADAL" clId="{14E3CE37-A0E2-4220-B2A1-E7B29C4333C0}" dt="2025-02-26T15:33:24.281" v="932" actId="20577"/>
      <pc:docMkLst>
        <pc:docMk/>
      </pc:docMkLst>
      <pc:sldChg chg="modSp mod modNotesTx">
        <pc:chgData name="Hugo Bergeron" userId="59293051-4354-40d9-86fb-fdc9df8c71c9" providerId="ADAL" clId="{14E3CE37-A0E2-4220-B2A1-E7B29C4333C0}" dt="2025-02-26T15:33:24.281" v="932" actId="20577"/>
        <pc:sldMkLst>
          <pc:docMk/>
          <pc:sldMk cId="926014848" sldId="258"/>
        </pc:sldMkLst>
        <pc:spChg chg="mod">
          <ac:chgData name="Hugo Bergeron" userId="59293051-4354-40d9-86fb-fdc9df8c71c9" providerId="ADAL" clId="{14E3CE37-A0E2-4220-B2A1-E7B29C4333C0}" dt="2025-02-26T04:04:45.886" v="864" actId="20577"/>
          <ac:spMkLst>
            <pc:docMk/>
            <pc:sldMk cId="926014848" sldId="258"/>
            <ac:spMk id="3" creationId="{0BC699B1-A656-BE87-1B9D-9F9652031324}"/>
          </ac:spMkLst>
        </pc:spChg>
      </pc:sldChg>
      <pc:sldChg chg="modSp mod">
        <pc:chgData name="Hugo Bergeron" userId="59293051-4354-40d9-86fb-fdc9df8c71c9" providerId="ADAL" clId="{14E3CE37-A0E2-4220-B2A1-E7B29C4333C0}" dt="2025-02-26T04:13:49.414" v="911" actId="20577"/>
        <pc:sldMkLst>
          <pc:docMk/>
          <pc:sldMk cId="1559430016" sldId="259"/>
        </pc:sldMkLst>
        <pc:spChg chg="mod">
          <ac:chgData name="Hugo Bergeron" userId="59293051-4354-40d9-86fb-fdc9df8c71c9" providerId="ADAL" clId="{14E3CE37-A0E2-4220-B2A1-E7B29C4333C0}" dt="2025-02-26T04:13:49.414" v="911" actId="20577"/>
          <ac:spMkLst>
            <pc:docMk/>
            <pc:sldMk cId="1559430016" sldId="259"/>
            <ac:spMk id="3" creationId="{93EB7716-64B7-FC94-5368-2BAD98B0B306}"/>
          </ac:spMkLst>
        </pc:spChg>
      </pc:sldChg>
      <pc:sldChg chg="addSp modSp mod modAnim">
        <pc:chgData name="Hugo Bergeron" userId="59293051-4354-40d9-86fb-fdc9df8c71c9" providerId="ADAL" clId="{14E3CE37-A0E2-4220-B2A1-E7B29C4333C0}" dt="2025-02-26T03:11:20.676" v="5" actId="1076"/>
        <pc:sldMkLst>
          <pc:docMk/>
          <pc:sldMk cId="2918527285" sldId="260"/>
        </pc:sldMkLst>
        <pc:picChg chg="add mod">
          <ac:chgData name="Hugo Bergeron" userId="59293051-4354-40d9-86fb-fdc9df8c71c9" providerId="ADAL" clId="{14E3CE37-A0E2-4220-B2A1-E7B29C4333C0}" dt="2025-02-26T03:11:20.676" v="5" actId="1076"/>
          <ac:picMkLst>
            <pc:docMk/>
            <pc:sldMk cId="2918527285" sldId="260"/>
            <ac:picMk id="7" creationId="{5E43FF4A-324B-6BEB-D007-148F839508CC}"/>
          </ac:picMkLst>
        </pc:picChg>
      </pc:sldChg>
      <pc:sldChg chg="addSp delSp modSp mod">
        <pc:chgData name="Hugo Bergeron" userId="59293051-4354-40d9-86fb-fdc9df8c71c9" providerId="ADAL" clId="{14E3CE37-A0E2-4220-B2A1-E7B29C4333C0}" dt="2025-02-26T04:18:53.701" v="924" actId="1076"/>
        <pc:sldMkLst>
          <pc:docMk/>
          <pc:sldMk cId="1750082113" sldId="261"/>
        </pc:sldMkLst>
        <pc:spChg chg="mod">
          <ac:chgData name="Hugo Bergeron" userId="59293051-4354-40d9-86fb-fdc9df8c71c9" providerId="ADAL" clId="{14E3CE37-A0E2-4220-B2A1-E7B29C4333C0}" dt="2025-02-26T04:08:44.616" v="901" actId="20577"/>
          <ac:spMkLst>
            <pc:docMk/>
            <pc:sldMk cId="1750082113" sldId="261"/>
            <ac:spMk id="3" creationId="{F50B4C27-BA03-76EE-8F97-7FE3186847C8}"/>
          </ac:spMkLst>
        </pc:spChg>
        <pc:picChg chg="add mod">
          <ac:chgData name="Hugo Bergeron" userId="59293051-4354-40d9-86fb-fdc9df8c71c9" providerId="ADAL" clId="{14E3CE37-A0E2-4220-B2A1-E7B29C4333C0}" dt="2025-02-26T04:18:53.701" v="924" actId="1076"/>
          <ac:picMkLst>
            <pc:docMk/>
            <pc:sldMk cId="1750082113" sldId="261"/>
            <ac:picMk id="4" creationId="{499C56BF-0D6A-F8C3-539F-6658A8DC31B0}"/>
          </ac:picMkLst>
        </pc:picChg>
        <pc:picChg chg="add del mod">
          <ac:chgData name="Hugo Bergeron" userId="59293051-4354-40d9-86fb-fdc9df8c71c9" providerId="ADAL" clId="{14E3CE37-A0E2-4220-B2A1-E7B29C4333C0}" dt="2025-02-26T04:18:46.512" v="921" actId="478"/>
          <ac:picMkLst>
            <pc:docMk/>
            <pc:sldMk cId="1750082113" sldId="261"/>
            <ac:picMk id="5" creationId="{669F44C4-72DF-7BE2-98E0-C5DA560E016D}"/>
          </ac:picMkLst>
        </pc:picChg>
      </pc:sldChg>
      <pc:sldChg chg="modSp mod">
        <pc:chgData name="Hugo Bergeron" userId="59293051-4354-40d9-86fb-fdc9df8c71c9" providerId="ADAL" clId="{14E3CE37-A0E2-4220-B2A1-E7B29C4333C0}" dt="2025-02-26T03:57:54.846" v="777" actId="1076"/>
        <pc:sldMkLst>
          <pc:docMk/>
          <pc:sldMk cId="1879701803" sldId="262"/>
        </pc:sldMkLst>
        <pc:spChg chg="mod">
          <ac:chgData name="Hugo Bergeron" userId="59293051-4354-40d9-86fb-fdc9df8c71c9" providerId="ADAL" clId="{14E3CE37-A0E2-4220-B2A1-E7B29C4333C0}" dt="2025-02-26T03:57:28.343" v="755" actId="20577"/>
          <ac:spMkLst>
            <pc:docMk/>
            <pc:sldMk cId="1879701803" sldId="262"/>
            <ac:spMk id="2" creationId="{77E06E13-EADD-AE95-1F53-73114852008D}"/>
          </ac:spMkLst>
        </pc:spChg>
        <pc:spChg chg="mod">
          <ac:chgData name="Hugo Bergeron" userId="59293051-4354-40d9-86fb-fdc9df8c71c9" providerId="ADAL" clId="{14E3CE37-A0E2-4220-B2A1-E7B29C4333C0}" dt="2025-02-26T03:57:54.846" v="777" actId="1076"/>
          <ac:spMkLst>
            <pc:docMk/>
            <pc:sldMk cId="1879701803" sldId="262"/>
            <ac:spMk id="3" creationId="{1FFC520F-4419-90FA-D3D2-DC5E987F2555}"/>
          </ac:spMkLst>
        </pc:spChg>
      </pc:sldChg>
      <pc:sldChg chg="addSp modSp">
        <pc:chgData name="Hugo Bergeron" userId="59293051-4354-40d9-86fb-fdc9df8c71c9" providerId="ADAL" clId="{14E3CE37-A0E2-4220-B2A1-E7B29C4333C0}" dt="2025-02-26T03:29:32.782" v="272" actId="1076"/>
        <pc:sldMkLst>
          <pc:docMk/>
          <pc:sldMk cId="2115913942" sldId="263"/>
        </pc:sldMkLst>
        <pc:picChg chg="add mod">
          <ac:chgData name="Hugo Bergeron" userId="59293051-4354-40d9-86fb-fdc9df8c71c9" providerId="ADAL" clId="{14E3CE37-A0E2-4220-B2A1-E7B29C4333C0}" dt="2025-02-26T03:29:32.782" v="272" actId="1076"/>
          <ac:picMkLst>
            <pc:docMk/>
            <pc:sldMk cId="2115913942" sldId="263"/>
            <ac:picMk id="6" creationId="{1F2317A5-B4E3-FA67-A47C-ABBCB95B6737}"/>
          </ac:picMkLst>
        </pc:picChg>
      </pc:sldChg>
      <pc:sldChg chg="addSp delSp modSp new mod">
        <pc:chgData name="Hugo Bergeron" userId="59293051-4354-40d9-86fb-fdc9df8c71c9" providerId="ADAL" clId="{14E3CE37-A0E2-4220-B2A1-E7B29C4333C0}" dt="2025-02-26T03:24:59.150" v="126" actId="1076"/>
        <pc:sldMkLst>
          <pc:docMk/>
          <pc:sldMk cId="1547341113" sldId="266"/>
        </pc:sldMkLst>
        <pc:spChg chg="mod">
          <ac:chgData name="Hugo Bergeron" userId="59293051-4354-40d9-86fb-fdc9df8c71c9" providerId="ADAL" clId="{14E3CE37-A0E2-4220-B2A1-E7B29C4333C0}" dt="2025-02-26T03:17:28.114" v="77" actId="20577"/>
          <ac:spMkLst>
            <pc:docMk/>
            <pc:sldMk cId="1547341113" sldId="266"/>
            <ac:spMk id="2" creationId="{91F3DF11-ADEA-A3E2-CD06-B9F813E0C49A}"/>
          </ac:spMkLst>
        </pc:spChg>
        <pc:spChg chg="mod">
          <ac:chgData name="Hugo Bergeron" userId="59293051-4354-40d9-86fb-fdc9df8c71c9" providerId="ADAL" clId="{14E3CE37-A0E2-4220-B2A1-E7B29C4333C0}" dt="2025-02-26T03:17:51.227" v="107" actId="20577"/>
          <ac:spMkLst>
            <pc:docMk/>
            <pc:sldMk cId="1547341113" sldId="266"/>
            <ac:spMk id="3" creationId="{01676F08-91E7-D1B6-94CD-1BBD955ADB08}"/>
          </ac:spMkLst>
        </pc:spChg>
        <pc:spChg chg="add mod">
          <ac:chgData name="Hugo Bergeron" userId="59293051-4354-40d9-86fb-fdc9df8c71c9" providerId="ADAL" clId="{14E3CE37-A0E2-4220-B2A1-E7B29C4333C0}" dt="2025-02-26T03:19:14.545" v="112" actId="166"/>
          <ac:spMkLst>
            <pc:docMk/>
            <pc:sldMk cId="1547341113" sldId="266"/>
            <ac:spMk id="4" creationId="{4B2A3C11-04E7-68E6-B874-8AC303FB580F}"/>
          </ac:spMkLst>
        </pc:spChg>
        <pc:spChg chg="add mod">
          <ac:chgData name="Hugo Bergeron" userId="59293051-4354-40d9-86fb-fdc9df8c71c9" providerId="ADAL" clId="{14E3CE37-A0E2-4220-B2A1-E7B29C4333C0}" dt="2025-02-26T03:24:59.150" v="126" actId="1076"/>
          <ac:spMkLst>
            <pc:docMk/>
            <pc:sldMk cId="1547341113" sldId="266"/>
            <ac:spMk id="9" creationId="{058634EE-406E-4D00-D022-8BDF73DD78DF}"/>
          </ac:spMkLst>
        </pc:spChg>
        <pc:picChg chg="add del">
          <ac:chgData name="Hugo Bergeron" userId="59293051-4354-40d9-86fb-fdc9df8c71c9" providerId="ADAL" clId="{14E3CE37-A0E2-4220-B2A1-E7B29C4333C0}" dt="2025-02-26T03:20:24.660" v="114" actId="478"/>
          <ac:picMkLst>
            <pc:docMk/>
            <pc:sldMk cId="1547341113" sldId="266"/>
            <ac:picMk id="5" creationId="{59B110F7-4E7C-B824-BAF2-2AAEB37C4F7C}"/>
          </ac:picMkLst>
        </pc:picChg>
        <pc:picChg chg="add del">
          <ac:chgData name="Hugo Bergeron" userId="59293051-4354-40d9-86fb-fdc9df8c71c9" providerId="ADAL" clId="{14E3CE37-A0E2-4220-B2A1-E7B29C4333C0}" dt="2025-02-26T03:21:57.149" v="118" actId="478"/>
          <ac:picMkLst>
            <pc:docMk/>
            <pc:sldMk cId="1547341113" sldId="266"/>
            <ac:picMk id="6" creationId="{5FE61B2F-1870-3392-B916-BE7E76ACA784}"/>
          </ac:picMkLst>
        </pc:picChg>
        <pc:picChg chg="add mod">
          <ac:chgData name="Hugo Bergeron" userId="59293051-4354-40d9-86fb-fdc9df8c71c9" providerId="ADAL" clId="{14E3CE37-A0E2-4220-B2A1-E7B29C4333C0}" dt="2025-02-26T03:22:00.349" v="120" actId="1076"/>
          <ac:picMkLst>
            <pc:docMk/>
            <pc:sldMk cId="1547341113" sldId="266"/>
            <ac:picMk id="7" creationId="{BEC11828-6F60-6DAD-F347-8E282DBA6B6C}"/>
          </ac:picMkLst>
        </pc:picChg>
        <pc:picChg chg="add mod">
          <ac:chgData name="Hugo Bergeron" userId="59293051-4354-40d9-86fb-fdc9df8c71c9" providerId="ADAL" clId="{14E3CE37-A0E2-4220-B2A1-E7B29C4333C0}" dt="2025-02-26T03:24:15.698" v="123" actId="1076"/>
          <ac:picMkLst>
            <pc:docMk/>
            <pc:sldMk cId="1547341113" sldId="266"/>
            <ac:picMk id="8" creationId="{277DB708-079B-493D-AACF-24870F7A2129}"/>
          </ac:picMkLst>
        </pc:picChg>
      </pc:sldChg>
      <pc:sldChg chg="addSp delSp modSp new mod modAnim">
        <pc:chgData name="Hugo Bergeron" userId="59293051-4354-40d9-86fb-fdc9df8c71c9" providerId="ADAL" clId="{14E3CE37-A0E2-4220-B2A1-E7B29C4333C0}" dt="2025-02-26T04:35:34.686" v="928"/>
        <pc:sldMkLst>
          <pc:docMk/>
          <pc:sldMk cId="1779757403" sldId="267"/>
        </pc:sldMkLst>
        <pc:spChg chg="mod">
          <ac:chgData name="Hugo Bergeron" userId="59293051-4354-40d9-86fb-fdc9df8c71c9" providerId="ADAL" clId="{14E3CE37-A0E2-4220-B2A1-E7B29C4333C0}" dt="2025-02-26T03:42:34.014" v="510" actId="1076"/>
          <ac:spMkLst>
            <pc:docMk/>
            <pc:sldMk cId="1779757403" sldId="267"/>
            <ac:spMk id="2" creationId="{E2556797-4B2D-D68D-1B6A-8CF805B9A6A0}"/>
          </ac:spMkLst>
        </pc:spChg>
        <pc:spChg chg="mod">
          <ac:chgData name="Hugo Bergeron" userId="59293051-4354-40d9-86fb-fdc9df8c71c9" providerId="ADAL" clId="{14E3CE37-A0E2-4220-B2A1-E7B29C4333C0}" dt="2025-02-26T03:53:09.192" v="718" actId="20577"/>
          <ac:spMkLst>
            <pc:docMk/>
            <pc:sldMk cId="1779757403" sldId="267"/>
            <ac:spMk id="3" creationId="{F172CD33-DB97-FF21-0834-46561B5D1D99}"/>
          </ac:spMkLst>
        </pc:spChg>
        <pc:spChg chg="add del mod">
          <ac:chgData name="Hugo Bergeron" userId="59293051-4354-40d9-86fb-fdc9df8c71c9" providerId="ADAL" clId="{14E3CE37-A0E2-4220-B2A1-E7B29C4333C0}" dt="2025-02-26T03:43:18.759" v="526" actId="478"/>
          <ac:spMkLst>
            <pc:docMk/>
            <pc:sldMk cId="1779757403" sldId="267"/>
            <ac:spMk id="6" creationId="{D9D60A5B-0F72-FB44-66C5-6A79202BCC16}"/>
          </ac:spMkLst>
        </pc:spChg>
        <pc:spChg chg="add mod">
          <ac:chgData name="Hugo Bergeron" userId="59293051-4354-40d9-86fb-fdc9df8c71c9" providerId="ADAL" clId="{14E3CE37-A0E2-4220-B2A1-E7B29C4333C0}" dt="2025-02-26T03:52:08.130" v="698" actId="1076"/>
          <ac:spMkLst>
            <pc:docMk/>
            <pc:sldMk cId="1779757403" sldId="267"/>
            <ac:spMk id="8" creationId="{00F5A0C6-F62B-D6A7-BADC-F425CEC6D2B1}"/>
          </ac:spMkLst>
        </pc:spChg>
        <pc:spChg chg="add mod">
          <ac:chgData name="Hugo Bergeron" userId="59293051-4354-40d9-86fb-fdc9df8c71c9" providerId="ADAL" clId="{14E3CE37-A0E2-4220-B2A1-E7B29C4333C0}" dt="2025-02-26T03:52:11.246" v="699" actId="1076"/>
          <ac:spMkLst>
            <pc:docMk/>
            <pc:sldMk cId="1779757403" sldId="267"/>
            <ac:spMk id="9" creationId="{C0D09309-99CD-44AF-106C-B92FD13A5FE3}"/>
          </ac:spMkLst>
        </pc:spChg>
        <pc:spChg chg="add mod">
          <ac:chgData name="Hugo Bergeron" userId="59293051-4354-40d9-86fb-fdc9df8c71c9" providerId="ADAL" clId="{14E3CE37-A0E2-4220-B2A1-E7B29C4333C0}" dt="2025-02-26T03:51:46.545" v="691" actId="1076"/>
          <ac:spMkLst>
            <pc:docMk/>
            <pc:sldMk cId="1779757403" sldId="267"/>
            <ac:spMk id="10" creationId="{78AD7C3E-3B17-4DF5-65B9-816D18A8A385}"/>
          </ac:spMkLst>
        </pc:spChg>
        <pc:spChg chg="add mod">
          <ac:chgData name="Hugo Bergeron" userId="59293051-4354-40d9-86fb-fdc9df8c71c9" providerId="ADAL" clId="{14E3CE37-A0E2-4220-B2A1-E7B29C4333C0}" dt="2025-02-26T03:52:20.236" v="701" actId="1076"/>
          <ac:spMkLst>
            <pc:docMk/>
            <pc:sldMk cId="1779757403" sldId="267"/>
            <ac:spMk id="11" creationId="{58C3B65C-542F-B43A-E4C9-9C9703E1BF53}"/>
          </ac:spMkLst>
        </pc:spChg>
        <pc:spChg chg="add mod">
          <ac:chgData name="Hugo Bergeron" userId="59293051-4354-40d9-86fb-fdc9df8c71c9" providerId="ADAL" clId="{14E3CE37-A0E2-4220-B2A1-E7B29C4333C0}" dt="2025-02-26T03:53:16.657" v="738" actId="20577"/>
          <ac:spMkLst>
            <pc:docMk/>
            <pc:sldMk cId="1779757403" sldId="267"/>
            <ac:spMk id="13" creationId="{8AD98C71-B291-A98F-F717-89F1A0AA259E}"/>
          </ac:spMkLst>
        </pc:spChg>
        <pc:spChg chg="add mod">
          <ac:chgData name="Hugo Bergeron" userId="59293051-4354-40d9-86fb-fdc9df8c71c9" providerId="ADAL" clId="{14E3CE37-A0E2-4220-B2A1-E7B29C4333C0}" dt="2025-02-26T03:51:29.946" v="684" actId="1076"/>
          <ac:spMkLst>
            <pc:docMk/>
            <pc:sldMk cId="1779757403" sldId="267"/>
            <ac:spMk id="14" creationId="{171171FE-CF72-7C0E-AA12-BA45C095D2FF}"/>
          </ac:spMkLst>
        </pc:spChg>
        <pc:picChg chg="add mod">
          <ac:chgData name="Hugo Bergeron" userId="59293051-4354-40d9-86fb-fdc9df8c71c9" providerId="ADAL" clId="{14E3CE37-A0E2-4220-B2A1-E7B29C4333C0}" dt="2025-02-26T03:52:05.548" v="697" actId="1076"/>
          <ac:picMkLst>
            <pc:docMk/>
            <pc:sldMk cId="1779757403" sldId="267"/>
            <ac:picMk id="4" creationId="{5CCEFAB2-BFD2-61FB-10A2-E9A1E770F054}"/>
          </ac:picMkLst>
        </pc:picChg>
        <pc:picChg chg="add mod modCrop">
          <ac:chgData name="Hugo Bergeron" userId="59293051-4354-40d9-86fb-fdc9df8c71c9" providerId="ADAL" clId="{14E3CE37-A0E2-4220-B2A1-E7B29C4333C0}" dt="2025-02-26T03:51:43.338" v="690" actId="1076"/>
          <ac:picMkLst>
            <pc:docMk/>
            <pc:sldMk cId="1779757403" sldId="267"/>
            <ac:picMk id="5" creationId="{D95CA415-31F4-49AD-75CF-25CAC8D00A60}"/>
          </ac:picMkLst>
        </pc:picChg>
        <pc:picChg chg="add mod modCrop">
          <ac:chgData name="Hugo Bergeron" userId="59293051-4354-40d9-86fb-fdc9df8c71c9" providerId="ADAL" clId="{14E3CE37-A0E2-4220-B2A1-E7B29C4333C0}" dt="2025-02-26T04:05:41.816" v="872" actId="1076"/>
          <ac:picMkLst>
            <pc:docMk/>
            <pc:sldMk cId="1779757403" sldId="267"/>
            <ac:picMk id="7" creationId="{45EE48F9-401B-A007-7054-5012E4DC3C7A}"/>
          </ac:picMkLst>
        </pc:picChg>
        <pc:picChg chg="add mod modCrop">
          <ac:chgData name="Hugo Bergeron" userId="59293051-4354-40d9-86fb-fdc9df8c71c9" providerId="ADAL" clId="{14E3CE37-A0E2-4220-B2A1-E7B29C4333C0}" dt="2025-02-26T03:51:23.859" v="682" actId="1076"/>
          <ac:picMkLst>
            <pc:docMk/>
            <pc:sldMk cId="1779757403" sldId="267"/>
            <ac:picMk id="12" creationId="{AA954BEB-66DD-A23E-8CAF-C1BDFFF57D20}"/>
          </ac:picMkLst>
        </pc:picChg>
      </pc:sldChg>
      <pc:sldChg chg="modSp new mod">
        <pc:chgData name="Hugo Bergeron" userId="59293051-4354-40d9-86fb-fdc9df8c71c9" providerId="ADAL" clId="{14E3CE37-A0E2-4220-B2A1-E7B29C4333C0}" dt="2025-02-26T03:57:47.968" v="776"/>
        <pc:sldMkLst>
          <pc:docMk/>
          <pc:sldMk cId="3300780283" sldId="270"/>
        </pc:sldMkLst>
        <pc:spChg chg="mod">
          <ac:chgData name="Hugo Bergeron" userId="59293051-4354-40d9-86fb-fdc9df8c71c9" providerId="ADAL" clId="{14E3CE37-A0E2-4220-B2A1-E7B29C4333C0}" dt="2025-02-26T03:57:38.555" v="774" actId="20577"/>
          <ac:spMkLst>
            <pc:docMk/>
            <pc:sldMk cId="3300780283" sldId="270"/>
            <ac:spMk id="2" creationId="{4B7A347A-0E2B-B100-B57A-65A287C0CABA}"/>
          </ac:spMkLst>
        </pc:spChg>
        <pc:spChg chg="mod">
          <ac:chgData name="Hugo Bergeron" userId="59293051-4354-40d9-86fb-fdc9df8c71c9" providerId="ADAL" clId="{14E3CE37-A0E2-4220-B2A1-E7B29C4333C0}" dt="2025-02-26T03:57:47.968" v="776"/>
          <ac:spMkLst>
            <pc:docMk/>
            <pc:sldMk cId="3300780283" sldId="270"/>
            <ac:spMk id="3" creationId="{80AD043C-3BC7-E14F-88E5-F256793A2C85}"/>
          </ac:spMkLst>
        </pc:spChg>
      </pc:sldChg>
      <pc:sldChg chg="modSp new mod">
        <pc:chgData name="Hugo Bergeron" userId="59293051-4354-40d9-86fb-fdc9df8c71c9" providerId="ADAL" clId="{14E3CE37-A0E2-4220-B2A1-E7B29C4333C0}" dt="2025-02-26T04:05:02.881" v="870" actId="20577"/>
        <pc:sldMkLst>
          <pc:docMk/>
          <pc:sldMk cId="3370693184" sldId="271"/>
        </pc:sldMkLst>
        <pc:spChg chg="mod">
          <ac:chgData name="Hugo Bergeron" userId="59293051-4354-40d9-86fb-fdc9df8c71c9" providerId="ADAL" clId="{14E3CE37-A0E2-4220-B2A1-E7B29C4333C0}" dt="2025-02-26T04:05:02.881" v="870" actId="20577"/>
          <ac:spMkLst>
            <pc:docMk/>
            <pc:sldMk cId="3370693184" sldId="271"/>
            <ac:spMk id="2" creationId="{9E9FF5D4-69BD-79E7-AE5F-77E831E111FB}"/>
          </ac:spMkLst>
        </pc:spChg>
      </pc:sldChg>
    </pc:docChg>
  </pc:docChgLst>
  <pc:docChgLst>
    <pc:chgData name="Samuel Hamelin" userId="3a69b402-b0bd-49ec-ad68-559df2bc6606" providerId="ADAL" clId="{4980F482-A40E-4A8D-937B-E557B87732C5}"/>
    <pc:docChg chg="undo custSel addSld delSld modSld">
      <pc:chgData name="Samuel Hamelin" userId="3a69b402-b0bd-49ec-ad68-559df2bc6606" providerId="ADAL" clId="{4980F482-A40E-4A8D-937B-E557B87732C5}" dt="2025-02-26T03:23:08.861" v="397" actId="47"/>
      <pc:docMkLst>
        <pc:docMk/>
      </pc:docMkLst>
      <pc:sldChg chg="addSp modSp mod">
        <pc:chgData name="Samuel Hamelin" userId="3a69b402-b0bd-49ec-ad68-559df2bc6606" providerId="ADAL" clId="{4980F482-A40E-4A8D-937B-E557B87732C5}" dt="2025-02-26T00:29:53.509" v="156" actId="20577"/>
        <pc:sldMkLst>
          <pc:docMk/>
          <pc:sldMk cId="600726333" sldId="256"/>
        </pc:sldMkLst>
        <pc:spChg chg="add mod">
          <ac:chgData name="Samuel Hamelin" userId="3a69b402-b0bd-49ec-ad68-559df2bc6606" providerId="ADAL" clId="{4980F482-A40E-4A8D-937B-E557B87732C5}" dt="2025-02-26T00:29:53.509" v="156" actId="20577"/>
          <ac:spMkLst>
            <pc:docMk/>
            <pc:sldMk cId="600726333" sldId="256"/>
            <ac:spMk id="6" creationId="{6C7F33CF-040F-73B9-CFF4-EB2B44DE9CF0}"/>
          </ac:spMkLst>
        </pc:spChg>
        <pc:picChg chg="add mod">
          <ac:chgData name="Samuel Hamelin" userId="3a69b402-b0bd-49ec-ad68-559df2bc6606" providerId="ADAL" clId="{4980F482-A40E-4A8D-937B-E557B87732C5}" dt="2025-02-26T00:26:13.368" v="90" actId="1076"/>
          <ac:picMkLst>
            <pc:docMk/>
            <pc:sldMk cId="600726333" sldId="256"/>
            <ac:picMk id="4" creationId="{C96F6905-2043-67DE-58CD-9FD063058788}"/>
          </ac:picMkLst>
        </pc:picChg>
      </pc:sldChg>
      <pc:sldChg chg="modSp mod">
        <pc:chgData name="Samuel Hamelin" userId="3a69b402-b0bd-49ec-ad68-559df2bc6606" providerId="ADAL" clId="{4980F482-A40E-4A8D-937B-E557B87732C5}" dt="2025-02-26T00:34:32.544" v="180" actId="20577"/>
        <pc:sldMkLst>
          <pc:docMk/>
          <pc:sldMk cId="1559430016" sldId="259"/>
        </pc:sldMkLst>
        <pc:spChg chg="mod">
          <ac:chgData name="Samuel Hamelin" userId="3a69b402-b0bd-49ec-ad68-559df2bc6606" providerId="ADAL" clId="{4980F482-A40E-4A8D-937B-E557B87732C5}" dt="2025-02-26T00:34:32.544" v="180" actId="20577"/>
          <ac:spMkLst>
            <pc:docMk/>
            <pc:sldMk cId="1559430016" sldId="259"/>
            <ac:spMk id="3" creationId="{93EB7716-64B7-FC94-5368-2BAD98B0B306}"/>
          </ac:spMkLst>
        </pc:spChg>
      </pc:sldChg>
      <pc:sldChg chg="addSp delSp modSp mod setBg delAnim">
        <pc:chgData name="Samuel Hamelin" userId="3a69b402-b0bd-49ec-ad68-559df2bc6606" providerId="ADAL" clId="{4980F482-A40E-4A8D-937B-E557B87732C5}" dt="2025-02-26T01:50:36.112" v="370" actId="20577"/>
        <pc:sldMkLst>
          <pc:docMk/>
          <pc:sldMk cId="2918527285" sldId="260"/>
        </pc:sldMkLst>
        <pc:spChg chg="mod">
          <ac:chgData name="Samuel Hamelin" userId="3a69b402-b0bd-49ec-ad68-559df2bc6606" providerId="ADAL" clId="{4980F482-A40E-4A8D-937B-E557B87732C5}" dt="2025-02-26T01:16:06.474" v="263" actId="26606"/>
          <ac:spMkLst>
            <pc:docMk/>
            <pc:sldMk cId="2918527285" sldId="260"/>
            <ac:spMk id="2" creationId="{6AE0D030-648F-9AD4-7419-3FC0214C617C}"/>
          </ac:spMkLst>
        </pc:spChg>
        <pc:spChg chg="add mod">
          <ac:chgData name="Samuel Hamelin" userId="3a69b402-b0bd-49ec-ad68-559df2bc6606" providerId="ADAL" clId="{4980F482-A40E-4A8D-937B-E557B87732C5}" dt="2025-02-26T01:50:36.112" v="370" actId="20577"/>
          <ac:spMkLst>
            <pc:docMk/>
            <pc:sldMk cId="2918527285" sldId="260"/>
            <ac:spMk id="4" creationId="{E91437A0-C00C-B59D-C45C-60A94B08B140}"/>
          </ac:spMkLst>
        </pc:spChg>
        <pc:spChg chg="del">
          <ac:chgData name="Samuel Hamelin" userId="3a69b402-b0bd-49ec-ad68-559df2bc6606" providerId="ADAL" clId="{4980F482-A40E-4A8D-937B-E557B87732C5}" dt="2025-02-26T01:16:06.474" v="263" actId="26606"/>
          <ac:spMkLst>
            <pc:docMk/>
            <pc:sldMk cId="2918527285" sldId="260"/>
            <ac:spMk id="6" creationId="{E888C3FC-E66A-649E-C38B-3E41439E216F}"/>
          </ac:spMkLst>
        </pc:spChg>
        <pc:spChg chg="add">
          <ac:chgData name="Samuel Hamelin" userId="3a69b402-b0bd-49ec-ad68-559df2bc6606" providerId="ADAL" clId="{4980F482-A40E-4A8D-937B-E557B87732C5}" dt="2025-02-26T01:16:06.474" v="263" actId="26606"/>
          <ac:spMkLst>
            <pc:docMk/>
            <pc:sldMk cId="2918527285" sldId="260"/>
            <ac:spMk id="17" creationId="{93AD80AC-8484-4F77-BF84-1DB4C145BCA6}"/>
          </ac:spMkLst>
        </pc:spChg>
        <pc:spChg chg="add">
          <ac:chgData name="Samuel Hamelin" userId="3a69b402-b0bd-49ec-ad68-559df2bc6606" providerId="ADAL" clId="{4980F482-A40E-4A8D-937B-E557B87732C5}" dt="2025-02-26T01:16:06.474" v="263" actId="26606"/>
          <ac:spMkLst>
            <pc:docMk/>
            <pc:sldMk cId="2918527285" sldId="260"/>
            <ac:spMk id="19" creationId="{99896243-7639-4B8A-9150-41539427AE65}"/>
          </ac:spMkLst>
        </pc:spChg>
        <pc:spChg chg="add">
          <ac:chgData name="Samuel Hamelin" userId="3a69b402-b0bd-49ec-ad68-559df2bc6606" providerId="ADAL" clId="{4980F482-A40E-4A8D-937B-E557B87732C5}" dt="2025-02-26T01:16:06.474" v="263" actId="26606"/>
          <ac:spMkLst>
            <pc:docMk/>
            <pc:sldMk cId="2918527285" sldId="260"/>
            <ac:spMk id="21" creationId="{4FAE0ED2-5226-4D78-9AE2-96E67197E159}"/>
          </ac:spMkLst>
        </pc:spChg>
        <pc:graphicFrameChg chg="del modGraphic">
          <ac:chgData name="Samuel Hamelin" userId="3a69b402-b0bd-49ec-ad68-559df2bc6606" providerId="ADAL" clId="{4980F482-A40E-4A8D-937B-E557B87732C5}" dt="2025-02-26T01:14:53.623" v="255" actId="478"/>
          <ac:graphicFrameMkLst>
            <pc:docMk/>
            <pc:sldMk cId="2918527285" sldId="260"/>
            <ac:graphicFrameMk id="5" creationId="{63B32A30-4416-FC8C-B684-11F4593C858B}"/>
          </ac:graphicFrameMkLst>
        </pc:graphicFrameChg>
        <pc:picChg chg="add mod">
          <ac:chgData name="Samuel Hamelin" userId="3a69b402-b0bd-49ec-ad68-559df2bc6606" providerId="ADAL" clId="{4980F482-A40E-4A8D-937B-E557B87732C5}" dt="2025-02-26T01:16:06.474" v="263" actId="26606"/>
          <ac:picMkLst>
            <pc:docMk/>
            <pc:sldMk cId="2918527285" sldId="260"/>
            <ac:picMk id="8" creationId="{74B499D5-48F3-D819-9254-11D09EC7207A}"/>
          </ac:picMkLst>
        </pc:picChg>
        <pc:picChg chg="add mod">
          <ac:chgData name="Samuel Hamelin" userId="3a69b402-b0bd-49ec-ad68-559df2bc6606" providerId="ADAL" clId="{4980F482-A40E-4A8D-937B-E557B87732C5}" dt="2025-02-26T01:16:06.474" v="263" actId="26606"/>
          <ac:picMkLst>
            <pc:docMk/>
            <pc:sldMk cId="2918527285" sldId="260"/>
            <ac:picMk id="10" creationId="{127E9A5F-C52C-F197-223B-4A9CB2472819}"/>
          </ac:picMkLst>
        </pc:picChg>
        <pc:picChg chg="add mod">
          <ac:chgData name="Samuel Hamelin" userId="3a69b402-b0bd-49ec-ad68-559df2bc6606" providerId="ADAL" clId="{4980F482-A40E-4A8D-937B-E557B87732C5}" dt="2025-02-26T01:16:06.474" v="263" actId="26606"/>
          <ac:picMkLst>
            <pc:docMk/>
            <pc:sldMk cId="2918527285" sldId="260"/>
            <ac:picMk id="12" creationId="{87B86C06-6AD2-9C83-5694-0080FA7422C1}"/>
          </ac:picMkLst>
        </pc:picChg>
      </pc:sldChg>
      <pc:sldChg chg="addSp delSp modSp new del mod setBg">
        <pc:chgData name="Samuel Hamelin" userId="3a69b402-b0bd-49ec-ad68-559df2bc6606" providerId="ADAL" clId="{4980F482-A40E-4A8D-937B-E557B87732C5}" dt="2025-02-26T03:23:08.861" v="397" actId="47"/>
        <pc:sldMkLst>
          <pc:docMk/>
          <pc:sldMk cId="726584797" sldId="264"/>
        </pc:sldMkLst>
        <pc:spChg chg="mod">
          <ac:chgData name="Samuel Hamelin" userId="3a69b402-b0bd-49ec-ad68-559df2bc6606" providerId="ADAL" clId="{4980F482-A40E-4A8D-937B-E557B87732C5}" dt="2025-02-26T01:06:48.427" v="194" actId="26606"/>
          <ac:spMkLst>
            <pc:docMk/>
            <pc:sldMk cId="726584797" sldId="264"/>
            <ac:spMk id="2" creationId="{E2A29961-759F-F7B0-C260-A6E0F2B01F70}"/>
          </ac:spMkLst>
        </pc:spChg>
        <pc:spChg chg="mod ord">
          <ac:chgData name="Samuel Hamelin" userId="3a69b402-b0bd-49ec-ad68-559df2bc6606" providerId="ADAL" clId="{4980F482-A40E-4A8D-937B-E557B87732C5}" dt="2025-02-26T01:17:17.189" v="308" actId="20577"/>
          <ac:spMkLst>
            <pc:docMk/>
            <pc:sldMk cId="726584797" sldId="264"/>
            <ac:spMk id="3" creationId="{035E0240-12E6-0A6E-7507-F935448AFD40}"/>
          </ac:spMkLst>
        </pc:spChg>
        <pc:spChg chg="add del">
          <ac:chgData name="Samuel Hamelin" userId="3a69b402-b0bd-49ec-ad68-559df2bc6606" providerId="ADAL" clId="{4980F482-A40E-4A8D-937B-E557B87732C5}" dt="2025-02-26T01:06:48.412" v="193" actId="26606"/>
          <ac:spMkLst>
            <pc:docMk/>
            <pc:sldMk cId="726584797" sldId="264"/>
            <ac:spMk id="14" creationId="{5AF64445-25C5-46C6-A4A5-6169D1FE60EE}"/>
          </ac:spMkLst>
        </pc:spChg>
        <pc:spChg chg="add del">
          <ac:chgData name="Samuel Hamelin" userId="3a69b402-b0bd-49ec-ad68-559df2bc6606" providerId="ADAL" clId="{4980F482-A40E-4A8D-937B-E557B87732C5}" dt="2025-02-26T01:06:48.412" v="193" actId="26606"/>
          <ac:spMkLst>
            <pc:docMk/>
            <pc:sldMk cId="726584797" sldId="264"/>
            <ac:spMk id="16" creationId="{248686E5-274C-42A9-9645-5AF3BBFA1D1A}"/>
          </ac:spMkLst>
        </pc:spChg>
        <pc:spChg chg="add del">
          <ac:chgData name="Samuel Hamelin" userId="3a69b402-b0bd-49ec-ad68-559df2bc6606" providerId="ADAL" clId="{4980F482-A40E-4A8D-937B-E557B87732C5}" dt="2025-02-26T01:06:48.412" v="193" actId="26606"/>
          <ac:spMkLst>
            <pc:docMk/>
            <pc:sldMk cId="726584797" sldId="264"/>
            <ac:spMk id="18" creationId="{A41DC4DA-0CBB-4C8A-B584-2402187A02C8}"/>
          </ac:spMkLst>
        </pc:spChg>
        <pc:spChg chg="add">
          <ac:chgData name="Samuel Hamelin" userId="3a69b402-b0bd-49ec-ad68-559df2bc6606" providerId="ADAL" clId="{4980F482-A40E-4A8D-937B-E557B87732C5}" dt="2025-02-26T01:06:48.427" v="194" actId="26606"/>
          <ac:spMkLst>
            <pc:docMk/>
            <pc:sldMk cId="726584797" sldId="264"/>
            <ac:spMk id="20" creationId="{93AD80AC-8484-4F77-BF84-1DB4C145BCA6}"/>
          </ac:spMkLst>
        </pc:spChg>
        <pc:spChg chg="add">
          <ac:chgData name="Samuel Hamelin" userId="3a69b402-b0bd-49ec-ad68-559df2bc6606" providerId="ADAL" clId="{4980F482-A40E-4A8D-937B-E557B87732C5}" dt="2025-02-26T01:06:48.427" v="194" actId="26606"/>
          <ac:spMkLst>
            <pc:docMk/>
            <pc:sldMk cId="726584797" sldId="264"/>
            <ac:spMk id="21" creationId="{99896243-7639-4B8A-9150-41539427AE65}"/>
          </ac:spMkLst>
        </pc:spChg>
        <pc:spChg chg="add">
          <ac:chgData name="Samuel Hamelin" userId="3a69b402-b0bd-49ec-ad68-559df2bc6606" providerId="ADAL" clId="{4980F482-A40E-4A8D-937B-E557B87732C5}" dt="2025-02-26T01:06:48.427" v="194" actId="26606"/>
          <ac:spMkLst>
            <pc:docMk/>
            <pc:sldMk cId="726584797" sldId="264"/>
            <ac:spMk id="22" creationId="{4FAE0ED2-5226-4D78-9AE2-96E67197E159}"/>
          </ac:spMkLst>
        </pc:spChg>
        <pc:picChg chg="add mod ord">
          <ac:chgData name="Samuel Hamelin" userId="3a69b402-b0bd-49ec-ad68-559df2bc6606" providerId="ADAL" clId="{4980F482-A40E-4A8D-937B-E557B87732C5}" dt="2025-02-26T01:06:57.758" v="197" actId="1076"/>
          <ac:picMkLst>
            <pc:docMk/>
            <pc:sldMk cId="726584797" sldId="264"/>
            <ac:picMk id="5" creationId="{84C26017-DF39-BDE7-D0EA-0B4B30D1B883}"/>
          </ac:picMkLst>
        </pc:picChg>
        <pc:picChg chg="add mod">
          <ac:chgData name="Samuel Hamelin" userId="3a69b402-b0bd-49ec-ad68-559df2bc6606" providerId="ADAL" clId="{4980F482-A40E-4A8D-937B-E557B87732C5}" dt="2025-02-26T01:06:54.346" v="196" actId="1076"/>
          <ac:picMkLst>
            <pc:docMk/>
            <pc:sldMk cId="726584797" sldId="264"/>
            <ac:picMk id="7" creationId="{4CD43894-19F7-ADF7-87EA-2A1F2B11E4D3}"/>
          </ac:picMkLst>
        </pc:picChg>
        <pc:picChg chg="add mod">
          <ac:chgData name="Samuel Hamelin" userId="3a69b402-b0bd-49ec-ad68-559df2bc6606" providerId="ADAL" clId="{4980F482-A40E-4A8D-937B-E557B87732C5}" dt="2025-02-26T01:06:48.427" v="194" actId="26606"/>
          <ac:picMkLst>
            <pc:docMk/>
            <pc:sldMk cId="726584797" sldId="264"/>
            <ac:picMk id="9" creationId="{76C76999-4122-82CB-A82F-C0A53CE20544}"/>
          </ac:picMkLst>
        </pc:picChg>
      </pc:sldChg>
      <pc:sldChg chg="addSp delSp modSp add mod delAnim">
        <pc:chgData name="Samuel Hamelin" userId="3a69b402-b0bd-49ec-ad68-559df2bc6606" providerId="ADAL" clId="{4980F482-A40E-4A8D-937B-E557B87732C5}" dt="2025-02-26T03:22:43.004" v="396" actId="20577"/>
        <pc:sldMkLst>
          <pc:docMk/>
          <pc:sldMk cId="3343017845" sldId="268"/>
        </pc:sldMkLst>
        <pc:spChg chg="mod">
          <ac:chgData name="Samuel Hamelin" userId="3a69b402-b0bd-49ec-ad68-559df2bc6606" providerId="ADAL" clId="{4980F482-A40E-4A8D-937B-E557B87732C5}" dt="2025-02-26T03:22:43.004" v="396" actId="20577"/>
          <ac:spMkLst>
            <pc:docMk/>
            <pc:sldMk cId="3343017845" sldId="268"/>
            <ac:spMk id="5" creationId="{861C3D31-654B-658B-012C-BA3204ECD3E0}"/>
          </ac:spMkLst>
        </pc:spChg>
        <pc:spChg chg="add del mod">
          <ac:chgData name="Samuel Hamelin" userId="3a69b402-b0bd-49ec-ad68-559df2bc6606" providerId="ADAL" clId="{4980F482-A40E-4A8D-937B-E557B87732C5}" dt="2025-02-26T03:22:06.511" v="387" actId="478"/>
          <ac:spMkLst>
            <pc:docMk/>
            <pc:sldMk cId="3343017845" sldId="268"/>
            <ac:spMk id="23" creationId="{B6990CA5-8CA6-93C5-D246-237C846ED1A1}"/>
          </ac:spMkLst>
        </pc:spChg>
        <pc:spChg chg="add del mod">
          <ac:chgData name="Samuel Hamelin" userId="3a69b402-b0bd-49ec-ad68-559df2bc6606" providerId="ADAL" clId="{4980F482-A40E-4A8D-937B-E557B87732C5}" dt="2025-02-26T03:22:11.885" v="389" actId="478"/>
          <ac:spMkLst>
            <pc:docMk/>
            <pc:sldMk cId="3343017845" sldId="268"/>
            <ac:spMk id="25" creationId="{902386B2-245F-350D-6815-A83C800D4692}"/>
          </ac:spMkLst>
        </pc:spChg>
        <pc:picChg chg="add mod">
          <ac:chgData name="Samuel Hamelin" userId="3a69b402-b0bd-49ec-ad68-559df2bc6606" providerId="ADAL" clId="{4980F482-A40E-4A8D-937B-E557B87732C5}" dt="2025-02-26T03:21:13.064" v="379" actId="1076"/>
          <ac:picMkLst>
            <pc:docMk/>
            <pc:sldMk cId="3343017845" sldId="268"/>
            <ac:picMk id="2" creationId="{494573A3-0178-5A43-9A9B-98F644025D54}"/>
          </ac:picMkLst>
        </pc:picChg>
        <pc:picChg chg="del">
          <ac:chgData name="Samuel Hamelin" userId="3a69b402-b0bd-49ec-ad68-559df2bc6606" providerId="ADAL" clId="{4980F482-A40E-4A8D-937B-E557B87732C5}" dt="2025-02-26T03:20:55.412" v="377" actId="478"/>
          <ac:picMkLst>
            <pc:docMk/>
            <pc:sldMk cId="3343017845" sldId="268"/>
            <ac:picMk id="15" creationId="{5E43FF4A-324B-6BEB-D007-148F839508CC}"/>
          </ac:picMkLst>
        </pc:picChg>
        <pc:picChg chg="add mod">
          <ac:chgData name="Samuel Hamelin" userId="3a69b402-b0bd-49ec-ad68-559df2bc6606" providerId="ADAL" clId="{4980F482-A40E-4A8D-937B-E557B87732C5}" dt="2025-02-26T03:21:33.236" v="385" actId="1076"/>
          <ac:picMkLst>
            <pc:docMk/>
            <pc:sldMk cId="3343017845" sldId="268"/>
            <ac:picMk id="22" creationId="{18EB6C8A-7F90-1CCB-C047-914C60214346}"/>
          </ac:picMkLst>
        </pc:picChg>
      </pc:sldChg>
    </pc:docChg>
  </pc:docChgLst>
  <pc:docChgLst>
    <pc:chgData name="Maxence Jacob-Laforce" userId="S::jacm1804@usherbrooke.ca::bf715c67-37ba-46c9-a296-ad9454d24cd9" providerId="AD" clId="Web-{F044A0C1-90E8-4118-8890-5A6B445264E3}"/>
    <pc:docChg chg="modSld">
      <pc:chgData name="Maxence Jacob-Laforce" userId="S::jacm1804@usherbrooke.ca::bf715c67-37ba-46c9-a296-ad9454d24cd9" providerId="AD" clId="Web-{F044A0C1-90E8-4118-8890-5A6B445264E3}" dt="2025-02-26T14:32:21.265" v="108" actId="20577"/>
      <pc:docMkLst>
        <pc:docMk/>
      </pc:docMkLst>
      <pc:sldChg chg="addSp modSp mod setBg">
        <pc:chgData name="Maxence Jacob-Laforce" userId="S::jacm1804@usherbrooke.ca::bf715c67-37ba-46c9-a296-ad9454d24cd9" providerId="AD" clId="Web-{F044A0C1-90E8-4118-8890-5A6B445264E3}" dt="2025-02-26T14:32:21.265" v="108" actId="20577"/>
        <pc:sldMkLst>
          <pc:docMk/>
          <pc:sldMk cId="3300780283" sldId="270"/>
        </pc:sldMkLst>
        <pc:spChg chg="mod">
          <ac:chgData name="Maxence Jacob-Laforce" userId="S::jacm1804@usherbrooke.ca::bf715c67-37ba-46c9-a296-ad9454d24cd9" providerId="AD" clId="Web-{F044A0C1-90E8-4118-8890-5A6B445264E3}" dt="2025-02-26T14:31:17.231" v="84"/>
          <ac:spMkLst>
            <pc:docMk/>
            <pc:sldMk cId="3300780283" sldId="270"/>
            <ac:spMk id="2" creationId="{4B7A347A-0E2B-B100-B57A-65A287C0CABA}"/>
          </ac:spMkLst>
        </pc:spChg>
        <pc:spChg chg="mod">
          <ac:chgData name="Maxence Jacob-Laforce" userId="S::jacm1804@usherbrooke.ca::bf715c67-37ba-46c9-a296-ad9454d24cd9" providerId="AD" clId="Web-{F044A0C1-90E8-4118-8890-5A6B445264E3}" dt="2025-02-26T14:32:21.265" v="108" actId="20577"/>
          <ac:spMkLst>
            <pc:docMk/>
            <pc:sldMk cId="3300780283" sldId="270"/>
            <ac:spMk id="3" creationId="{80AD043C-3BC7-E14F-88E5-F256793A2C85}"/>
          </ac:spMkLst>
        </pc:spChg>
        <pc:picChg chg="add mod">
          <ac:chgData name="Maxence Jacob-Laforce" userId="S::jacm1804@usherbrooke.ca::bf715c67-37ba-46c9-a296-ad9454d24cd9" providerId="AD" clId="Web-{F044A0C1-90E8-4118-8890-5A6B445264E3}" dt="2025-02-26T14:31:24.387" v="86" actId="1076"/>
          <ac:picMkLst>
            <pc:docMk/>
            <pc:sldMk cId="3300780283" sldId="270"/>
            <ac:picMk id="4" creationId="{3A7A9CFC-AB20-BAF1-A0A3-29AABC4664C1}"/>
          </ac:picMkLst>
        </pc:picChg>
      </pc:sldChg>
    </pc:docChg>
  </pc:docChgLst>
  <pc:docChgLst>
    <pc:chgData name="Rémi Jetté" userId="53c7ddef-1adc-46a1-8967-7ad9ba7529bc" providerId="ADAL" clId="{329DC686-66B7-4988-8074-B6FBC1193BDF}"/>
    <pc:docChg chg="undo custSel addSld delSld modSld">
      <pc:chgData name="Rémi Jetté" userId="53c7ddef-1adc-46a1-8967-7ad9ba7529bc" providerId="ADAL" clId="{329DC686-66B7-4988-8074-B6FBC1193BDF}" dt="2025-02-26T04:14:25.059" v="28" actId="20577"/>
      <pc:docMkLst>
        <pc:docMk/>
      </pc:docMkLst>
      <pc:sldChg chg="modSp mod">
        <pc:chgData name="Rémi Jetté" userId="53c7ddef-1adc-46a1-8967-7ad9ba7529bc" providerId="ADAL" clId="{329DC686-66B7-4988-8074-B6FBC1193BDF}" dt="2025-02-26T04:00:53.896" v="15" actId="5793"/>
        <pc:sldMkLst>
          <pc:docMk/>
          <pc:sldMk cId="2527207027" sldId="257"/>
        </pc:sldMkLst>
        <pc:spChg chg="mod">
          <ac:chgData name="Rémi Jetté" userId="53c7ddef-1adc-46a1-8967-7ad9ba7529bc" providerId="ADAL" clId="{329DC686-66B7-4988-8074-B6FBC1193BDF}" dt="2025-02-26T04:00:53.896" v="15" actId="5793"/>
          <ac:spMkLst>
            <pc:docMk/>
            <pc:sldMk cId="2527207027" sldId="257"/>
            <ac:spMk id="3" creationId="{483855E6-DF17-79A4-DB71-E71392608600}"/>
          </ac:spMkLst>
        </pc:spChg>
      </pc:sldChg>
      <pc:sldChg chg="modSp mod">
        <pc:chgData name="Rémi Jetté" userId="53c7ddef-1adc-46a1-8967-7ad9ba7529bc" providerId="ADAL" clId="{329DC686-66B7-4988-8074-B6FBC1193BDF}" dt="2025-02-26T04:14:25.059" v="28" actId="20577"/>
        <pc:sldMkLst>
          <pc:docMk/>
          <pc:sldMk cId="1559430016" sldId="259"/>
        </pc:sldMkLst>
        <pc:spChg chg="mod">
          <ac:chgData name="Rémi Jetté" userId="53c7ddef-1adc-46a1-8967-7ad9ba7529bc" providerId="ADAL" clId="{329DC686-66B7-4988-8074-B6FBC1193BDF}" dt="2025-02-26T04:14:25.059" v="28" actId="20577"/>
          <ac:spMkLst>
            <pc:docMk/>
            <pc:sldMk cId="1559430016" sldId="259"/>
            <ac:spMk id="3" creationId="{93EB7716-64B7-FC94-5368-2BAD98B0B306}"/>
          </ac:spMkLst>
        </pc:spChg>
      </pc:sldChg>
      <pc:sldChg chg="modSp add del mod">
        <pc:chgData name="Rémi Jetté" userId="53c7ddef-1adc-46a1-8967-7ad9ba7529bc" providerId="ADAL" clId="{329DC686-66B7-4988-8074-B6FBC1193BDF}" dt="2025-02-26T04:11:12.029" v="19" actId="1076"/>
        <pc:sldMkLst>
          <pc:docMk/>
          <pc:sldMk cId="3370693184" sldId="271"/>
        </pc:sldMkLst>
        <pc:picChg chg="mod">
          <ac:chgData name="Rémi Jetté" userId="53c7ddef-1adc-46a1-8967-7ad9ba7529bc" providerId="ADAL" clId="{329DC686-66B7-4988-8074-B6FBC1193BDF}" dt="2025-02-26T04:11:12.029" v="19" actId="1076"/>
          <ac:picMkLst>
            <pc:docMk/>
            <pc:sldMk cId="3370693184" sldId="271"/>
            <ac:picMk id="4" creationId="{8AC357E6-B6BF-4CD4-B8BC-FCE722F24F57}"/>
          </ac:picMkLst>
        </pc:picChg>
      </pc:sldChg>
    </pc:docChg>
  </pc:docChgLst>
  <pc:docChgLst>
    <pc:chgData name="Rémi Jetté" userId="53c7ddef-1adc-46a1-8967-7ad9ba7529bc" providerId="ADAL" clId="{86A12E3B-55FF-9B4E-8FAB-A7D8D59656D2}"/>
    <pc:docChg chg="custSel modSld">
      <pc:chgData name="Rémi Jetté" userId="53c7ddef-1adc-46a1-8967-7ad9ba7529bc" providerId="ADAL" clId="{86A12E3B-55FF-9B4E-8FAB-A7D8D59656D2}" dt="2025-02-26T03:53:38.399" v="5" actId="14100"/>
      <pc:docMkLst>
        <pc:docMk/>
      </pc:docMkLst>
      <pc:sldChg chg="addSp delSp modSp">
        <pc:chgData name="Rémi Jetté" userId="53c7ddef-1adc-46a1-8967-7ad9ba7529bc" providerId="ADAL" clId="{86A12E3B-55FF-9B4E-8FAB-A7D8D59656D2}" dt="2025-02-26T03:53:38.399" v="5" actId="14100"/>
        <pc:sldMkLst>
          <pc:docMk/>
          <pc:sldMk cId="2115913942" sldId="263"/>
        </pc:sldMkLst>
        <pc:picChg chg="del mod">
          <ac:chgData name="Rémi Jetté" userId="53c7ddef-1adc-46a1-8967-7ad9ba7529bc" providerId="ADAL" clId="{86A12E3B-55FF-9B4E-8FAB-A7D8D59656D2}" dt="2025-02-26T03:53:24.923" v="1" actId="21"/>
          <ac:picMkLst>
            <pc:docMk/>
            <pc:sldMk cId="2115913942" sldId="263"/>
            <ac:picMk id="6" creationId="{1F2317A5-B4E3-FA67-A47C-ABBCB95B6737}"/>
          </ac:picMkLst>
        </pc:picChg>
        <pc:picChg chg="add mod">
          <ac:chgData name="Rémi Jetté" userId="53c7ddef-1adc-46a1-8967-7ad9ba7529bc" providerId="ADAL" clId="{86A12E3B-55FF-9B4E-8FAB-A7D8D59656D2}" dt="2025-02-26T03:53:38.399" v="5" actId="14100"/>
          <ac:picMkLst>
            <pc:docMk/>
            <pc:sldMk cId="2115913942" sldId="263"/>
            <ac:picMk id="7" creationId="{007EDED4-1F58-456E-A8E2-886F154455A3}"/>
          </ac:picMkLst>
        </pc:picChg>
      </pc:sldChg>
    </pc:docChg>
  </pc:docChgLst>
  <pc:docChgLst>
    <pc:chgData name="Justin Marcoux" userId="S::marj1427@usherbrooke.ca::9d67051b-36c8-40cd-9aad-e42724acdfb2" providerId="AD" clId="Web-{9C361EED-AEDD-47AD-A9ED-496C56D82E28}"/>
    <pc:docChg chg="modSld">
      <pc:chgData name="Justin Marcoux" userId="S::marj1427@usherbrooke.ca::9d67051b-36c8-40cd-9aad-e42724acdfb2" providerId="AD" clId="Web-{9C361EED-AEDD-47AD-A9ED-496C56D82E28}" dt="2025-02-26T13:06:41.358" v="8" actId="1076"/>
      <pc:docMkLst>
        <pc:docMk/>
      </pc:docMkLst>
      <pc:sldChg chg="addSp modSp">
        <pc:chgData name="Justin Marcoux" userId="S::marj1427@usherbrooke.ca::9d67051b-36c8-40cd-9aad-e42724acdfb2" providerId="AD" clId="Web-{9C361EED-AEDD-47AD-A9ED-496C56D82E28}" dt="2025-02-26T13:06:41.358" v="8" actId="1076"/>
        <pc:sldMkLst>
          <pc:docMk/>
          <pc:sldMk cId="1547341113" sldId="266"/>
        </pc:sldMkLst>
        <pc:picChg chg="add mod">
          <ac:chgData name="Justin Marcoux" userId="S::marj1427@usherbrooke.ca::9d67051b-36c8-40cd-9aad-e42724acdfb2" providerId="AD" clId="Web-{9C361EED-AEDD-47AD-A9ED-496C56D82E28}" dt="2025-02-26T13:06:41.358" v="8" actId="1076"/>
          <ac:picMkLst>
            <pc:docMk/>
            <pc:sldMk cId="1547341113" sldId="266"/>
            <ac:picMk id="5" creationId="{A3ECE1B9-93EC-5C7E-AE96-97B58FF822AC}"/>
          </ac:picMkLst>
        </pc:picChg>
      </pc:sldChg>
    </pc:docChg>
  </pc:docChgLst>
  <pc:docChgLst>
    <pc:chgData name="Michaël Bruneau" userId="59aecbd0-cc11-4c02-b7a7-0ea241f40966" providerId="ADAL" clId="{0864815B-551C-4538-ADA6-58B2C0517253}"/>
    <pc:docChg chg="undo custSel addSld modSld">
      <pc:chgData name="Michaël Bruneau" userId="59aecbd0-cc11-4c02-b7a7-0ea241f40966" providerId="ADAL" clId="{0864815B-551C-4538-ADA6-58B2C0517253}" dt="2025-02-26T01:17:41.885" v="731"/>
      <pc:docMkLst>
        <pc:docMk/>
      </pc:docMkLst>
      <pc:sldChg chg="addSp delSp modSp mod">
        <pc:chgData name="Michaël Bruneau" userId="59aecbd0-cc11-4c02-b7a7-0ea241f40966" providerId="ADAL" clId="{0864815B-551C-4538-ADA6-58B2C0517253}" dt="2025-02-26T00:53:04.962" v="494" actId="14100"/>
        <pc:sldMkLst>
          <pc:docMk/>
          <pc:sldMk cId="2527207027" sldId="257"/>
        </pc:sldMkLst>
        <pc:picChg chg="add del mod">
          <ac:chgData name="Michaël Bruneau" userId="59aecbd0-cc11-4c02-b7a7-0ea241f40966" providerId="ADAL" clId="{0864815B-551C-4538-ADA6-58B2C0517253}" dt="2025-02-26T00:52:13.115" v="485" actId="478"/>
          <ac:picMkLst>
            <pc:docMk/>
            <pc:sldMk cId="2527207027" sldId="257"/>
            <ac:picMk id="5" creationId="{3B88D719-152E-72E0-767D-FF0893D4A99C}"/>
          </ac:picMkLst>
        </pc:picChg>
        <pc:picChg chg="add del mod">
          <ac:chgData name="Michaël Bruneau" userId="59aecbd0-cc11-4c02-b7a7-0ea241f40966" providerId="ADAL" clId="{0864815B-551C-4538-ADA6-58B2C0517253}" dt="2025-02-26T00:52:34.684" v="490" actId="478"/>
          <ac:picMkLst>
            <pc:docMk/>
            <pc:sldMk cId="2527207027" sldId="257"/>
            <ac:picMk id="7" creationId="{2F5FE7FF-2856-0CE4-E5FB-3B01BB626DB3}"/>
          </ac:picMkLst>
        </pc:picChg>
        <pc:picChg chg="mod">
          <ac:chgData name="Michaël Bruneau" userId="59aecbd0-cc11-4c02-b7a7-0ea241f40966" providerId="ADAL" clId="{0864815B-551C-4538-ADA6-58B2C0517253}" dt="2025-02-26T00:53:04.962" v="494" actId="14100"/>
          <ac:picMkLst>
            <pc:docMk/>
            <pc:sldMk cId="2527207027" sldId="257"/>
            <ac:picMk id="1028" creationId="{C938A229-A92B-D417-5BDE-D3FDDD612FD7}"/>
          </ac:picMkLst>
        </pc:picChg>
      </pc:sldChg>
      <pc:sldChg chg="modSp mod">
        <pc:chgData name="Michaël Bruneau" userId="59aecbd0-cc11-4c02-b7a7-0ea241f40966" providerId="ADAL" clId="{0864815B-551C-4538-ADA6-58B2C0517253}" dt="2025-02-26T01:09:39.511" v="698" actId="20577"/>
        <pc:sldMkLst>
          <pc:docMk/>
          <pc:sldMk cId="1559430016" sldId="259"/>
        </pc:sldMkLst>
        <pc:spChg chg="mod">
          <ac:chgData name="Michaël Bruneau" userId="59aecbd0-cc11-4c02-b7a7-0ea241f40966" providerId="ADAL" clId="{0864815B-551C-4538-ADA6-58B2C0517253}" dt="2025-02-26T01:09:39.511" v="698" actId="20577"/>
          <ac:spMkLst>
            <pc:docMk/>
            <pc:sldMk cId="1559430016" sldId="259"/>
            <ac:spMk id="3" creationId="{93EB7716-64B7-FC94-5368-2BAD98B0B306}"/>
          </ac:spMkLst>
        </pc:spChg>
      </pc:sldChg>
      <pc:sldChg chg="modSp new mod">
        <pc:chgData name="Michaël Bruneau" userId="59aecbd0-cc11-4c02-b7a7-0ea241f40966" providerId="ADAL" clId="{0864815B-551C-4538-ADA6-58B2C0517253}" dt="2025-02-26T01:05:13.414" v="694" actId="20577"/>
        <pc:sldMkLst>
          <pc:docMk/>
          <pc:sldMk cId="1750082113" sldId="261"/>
        </pc:sldMkLst>
        <pc:spChg chg="mod">
          <ac:chgData name="Michaël Bruneau" userId="59aecbd0-cc11-4c02-b7a7-0ea241f40966" providerId="ADAL" clId="{0864815B-551C-4538-ADA6-58B2C0517253}" dt="2025-02-26T00:40:23.683" v="21" actId="20577"/>
          <ac:spMkLst>
            <pc:docMk/>
            <pc:sldMk cId="1750082113" sldId="261"/>
            <ac:spMk id="2" creationId="{F99481AA-7D0C-68FE-89D1-6920F47E5E88}"/>
          </ac:spMkLst>
        </pc:spChg>
        <pc:spChg chg="mod">
          <ac:chgData name="Michaël Bruneau" userId="59aecbd0-cc11-4c02-b7a7-0ea241f40966" providerId="ADAL" clId="{0864815B-551C-4538-ADA6-58B2C0517253}" dt="2025-02-26T01:05:13.414" v="694" actId="20577"/>
          <ac:spMkLst>
            <pc:docMk/>
            <pc:sldMk cId="1750082113" sldId="261"/>
            <ac:spMk id="3" creationId="{F50B4C27-BA03-76EE-8F97-7FE3186847C8}"/>
          </ac:spMkLst>
        </pc:spChg>
      </pc:sldChg>
      <pc:sldChg chg="addSp modSp new mod setBg">
        <pc:chgData name="Michaël Bruneau" userId="59aecbd0-cc11-4c02-b7a7-0ea241f40966" providerId="ADAL" clId="{0864815B-551C-4538-ADA6-58B2C0517253}" dt="2025-02-26T01:01:42.709" v="558" actId="1076"/>
        <pc:sldMkLst>
          <pc:docMk/>
          <pc:sldMk cId="1879701803" sldId="262"/>
        </pc:sldMkLst>
        <pc:spChg chg="mod">
          <ac:chgData name="Michaël Bruneau" userId="59aecbd0-cc11-4c02-b7a7-0ea241f40966" providerId="ADAL" clId="{0864815B-551C-4538-ADA6-58B2C0517253}" dt="2025-02-26T01:00:17.203" v="526" actId="26606"/>
          <ac:spMkLst>
            <pc:docMk/>
            <pc:sldMk cId="1879701803" sldId="262"/>
            <ac:spMk id="2" creationId="{77E06E13-EADD-AE95-1F53-73114852008D}"/>
          </ac:spMkLst>
        </pc:spChg>
        <pc:spChg chg="mod">
          <ac:chgData name="Michaël Bruneau" userId="59aecbd0-cc11-4c02-b7a7-0ea241f40966" providerId="ADAL" clId="{0864815B-551C-4538-ADA6-58B2C0517253}" dt="2025-02-26T01:00:17.203" v="526" actId="26606"/>
          <ac:spMkLst>
            <pc:docMk/>
            <pc:sldMk cId="1879701803" sldId="262"/>
            <ac:spMk id="3" creationId="{1FFC520F-4419-90FA-D3D2-DC5E987F2555}"/>
          </ac:spMkLst>
        </pc:spChg>
        <pc:picChg chg="add mod modCrop">
          <ac:chgData name="Michaël Bruneau" userId="59aecbd0-cc11-4c02-b7a7-0ea241f40966" providerId="ADAL" clId="{0864815B-551C-4538-ADA6-58B2C0517253}" dt="2025-02-26T01:01:42.709" v="558" actId="1076"/>
          <ac:picMkLst>
            <pc:docMk/>
            <pc:sldMk cId="1879701803" sldId="262"/>
            <ac:picMk id="5" creationId="{A98597A4-A783-F81D-91E2-B0EF1CB01493}"/>
          </ac:picMkLst>
        </pc:picChg>
      </pc:sldChg>
      <pc:sldChg chg="modSp mod">
        <pc:chgData name="Michaël Bruneau" userId="59aecbd0-cc11-4c02-b7a7-0ea241f40966" providerId="ADAL" clId="{0864815B-551C-4538-ADA6-58B2C0517253}" dt="2025-02-26T01:17:41.885" v="731"/>
        <pc:sldMkLst>
          <pc:docMk/>
          <pc:sldMk cId="2115913942" sldId="263"/>
        </pc:sldMkLst>
        <pc:picChg chg="mod">
          <ac:chgData name="Michaël Bruneau" userId="59aecbd0-cc11-4c02-b7a7-0ea241f40966" providerId="ADAL" clId="{0864815B-551C-4538-ADA6-58B2C0517253}" dt="2025-02-26T01:17:41.885" v="731"/>
          <ac:picMkLst>
            <pc:docMk/>
            <pc:sldMk cId="2115913942" sldId="263"/>
            <ac:picMk id="7" creationId="{A1DB2416-E88E-1877-027C-63E059AD9499}"/>
          </ac:picMkLst>
        </pc:picChg>
      </pc:sldChg>
    </pc:docChg>
  </pc:docChgLst>
  <pc:docChgLst>
    <pc:chgData name="Rémi Jetté" userId="53c7ddef-1adc-46a1-8967-7ad9ba7529bc" providerId="ADAL" clId="{3F33CAFC-0E79-6A45-B4CB-7CFD64A02D92}"/>
    <pc:docChg chg="undo custSel addSld delSld modSld sldOrd">
      <pc:chgData name="Rémi Jetté" userId="53c7ddef-1adc-46a1-8967-7ad9ba7529bc" providerId="ADAL" clId="{3F33CAFC-0E79-6A45-B4CB-7CFD64A02D92}" dt="2025-02-26T15:37:54.592" v="1460" actId="478"/>
      <pc:docMkLst>
        <pc:docMk/>
      </pc:docMkLst>
      <pc:sldChg chg="addSp delSp modSp new mod">
        <pc:chgData name="Rémi Jetté" userId="53c7ddef-1adc-46a1-8967-7ad9ba7529bc" providerId="ADAL" clId="{3F33CAFC-0E79-6A45-B4CB-7CFD64A02D92}" dt="2025-02-26T15:37:54.592" v="1460" actId="478"/>
        <pc:sldMkLst>
          <pc:docMk/>
          <pc:sldMk cId="600726333" sldId="256"/>
        </pc:sldMkLst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600726333" sldId="256"/>
            <ac:spMk id="2" creationId="{C2DCE1EF-F348-2192-5317-E4F3C6805428}"/>
          </ac:spMkLst>
        </pc:spChg>
        <pc:spChg chg="add mod">
          <ac:chgData name="Rémi Jetté" userId="53c7ddef-1adc-46a1-8967-7ad9ba7529bc" providerId="ADAL" clId="{3F33CAFC-0E79-6A45-B4CB-7CFD64A02D92}" dt="2025-02-26T00:42:10.565" v="1136"/>
          <ac:spMkLst>
            <pc:docMk/>
            <pc:sldMk cId="600726333" sldId="256"/>
            <ac:spMk id="5" creationId="{C55DE5C7-F649-C3BE-F051-565CCA257BD6}"/>
          </ac:spMkLst>
        </pc:spChg>
        <pc:spChg chg="del mod">
          <ac:chgData name="Rémi Jetté" userId="53c7ddef-1adc-46a1-8967-7ad9ba7529bc" providerId="ADAL" clId="{3F33CAFC-0E79-6A45-B4CB-7CFD64A02D92}" dt="2025-02-26T15:37:54.592" v="1460" actId="478"/>
          <ac:spMkLst>
            <pc:docMk/>
            <pc:sldMk cId="600726333" sldId="256"/>
            <ac:spMk id="6" creationId="{6C7F33CF-040F-73B9-CFF4-EB2B44DE9CF0}"/>
          </ac:spMkLst>
        </pc:spChg>
        <pc:picChg chg="del">
          <ac:chgData name="Rémi Jetté" userId="53c7ddef-1adc-46a1-8967-7ad9ba7529bc" providerId="ADAL" clId="{3F33CAFC-0E79-6A45-B4CB-7CFD64A02D92}" dt="2025-02-26T01:31:55.594" v="1412" actId="478"/>
          <ac:picMkLst>
            <pc:docMk/>
            <pc:sldMk cId="600726333" sldId="256"/>
            <ac:picMk id="4" creationId="{C96F6905-2043-67DE-58CD-9FD063058788}"/>
          </ac:picMkLst>
        </pc:picChg>
      </pc:sldChg>
      <pc:sldChg chg="addSp delSp modSp new mod">
        <pc:chgData name="Rémi Jetté" userId="53c7ddef-1adc-46a1-8967-7ad9ba7529bc" providerId="ADAL" clId="{3F33CAFC-0E79-6A45-B4CB-7CFD64A02D92}" dt="2025-02-26T00:53:36.963" v="1281" actId="478"/>
        <pc:sldMkLst>
          <pc:docMk/>
          <pc:sldMk cId="2527207027" sldId="257"/>
        </pc:sldMkLst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2527207027" sldId="257"/>
            <ac:spMk id="2" creationId="{42B8DDFD-6981-CA8A-2AF1-795CE377D352}"/>
          </ac:spMkLst>
        </pc:spChg>
        <pc:spChg chg="mod">
          <ac:chgData name="Rémi Jetté" userId="53c7ddef-1adc-46a1-8967-7ad9ba7529bc" providerId="ADAL" clId="{3F33CAFC-0E79-6A45-B4CB-7CFD64A02D92}" dt="2025-02-19T17:57:56.261" v="844" actId="14100"/>
          <ac:spMkLst>
            <pc:docMk/>
            <pc:sldMk cId="2527207027" sldId="257"/>
            <ac:spMk id="3" creationId="{483855E6-DF17-79A4-DB71-E71392608600}"/>
          </ac:spMkLst>
        </pc:spChg>
        <pc:picChg chg="add">
          <ac:chgData name="Rémi Jetté" userId="53c7ddef-1adc-46a1-8967-7ad9ba7529bc" providerId="ADAL" clId="{3F33CAFC-0E79-6A45-B4CB-7CFD64A02D92}" dt="2025-02-26T00:26:23.736" v="989"/>
          <ac:picMkLst>
            <pc:docMk/>
            <pc:sldMk cId="2527207027" sldId="257"/>
            <ac:picMk id="1026" creationId="{738E5A2D-A816-04A4-5E4C-985C63CEB504}"/>
          </ac:picMkLst>
        </pc:picChg>
        <pc:picChg chg="add del mod">
          <ac:chgData name="Rémi Jetté" userId="53c7ddef-1adc-46a1-8967-7ad9ba7529bc" providerId="ADAL" clId="{3F33CAFC-0E79-6A45-B4CB-7CFD64A02D92}" dt="2025-02-26T00:52:07.985" v="1279" actId="478"/>
          <ac:picMkLst>
            <pc:docMk/>
            <pc:sldMk cId="2527207027" sldId="257"/>
            <ac:picMk id="1028" creationId="{C938A229-A92B-D417-5BDE-D3FDDD612FD7}"/>
          </ac:picMkLst>
        </pc:picChg>
        <pc:picChg chg="add">
          <ac:chgData name="Rémi Jetté" userId="53c7ddef-1adc-46a1-8967-7ad9ba7529bc" providerId="ADAL" clId="{3F33CAFC-0E79-6A45-B4CB-7CFD64A02D92}" dt="2025-02-26T00:51:46.675" v="1277"/>
          <ac:picMkLst>
            <pc:docMk/>
            <pc:sldMk cId="2527207027" sldId="257"/>
            <ac:picMk id="1030" creationId="{D5704864-993B-9CAC-B61B-9A9817BC0FD1}"/>
          </ac:picMkLst>
        </pc:picChg>
        <pc:picChg chg="add">
          <ac:chgData name="Rémi Jetté" userId="53c7ddef-1adc-46a1-8967-7ad9ba7529bc" providerId="ADAL" clId="{3F33CAFC-0E79-6A45-B4CB-7CFD64A02D92}" dt="2025-02-26T00:52:06.606" v="1278"/>
          <ac:picMkLst>
            <pc:docMk/>
            <pc:sldMk cId="2527207027" sldId="257"/>
            <ac:picMk id="1032" creationId="{0100B69E-CD8B-0425-6446-CE6E64932ACF}"/>
          </ac:picMkLst>
        </pc:picChg>
        <pc:picChg chg="add del">
          <ac:chgData name="Rémi Jetté" userId="53c7ddef-1adc-46a1-8967-7ad9ba7529bc" providerId="ADAL" clId="{3F33CAFC-0E79-6A45-B4CB-7CFD64A02D92}" dt="2025-02-26T00:53:36.963" v="1281" actId="478"/>
          <ac:picMkLst>
            <pc:docMk/>
            <pc:sldMk cId="2527207027" sldId="257"/>
            <ac:picMk id="1034" creationId="{5556FBCD-FAE2-1E2B-29FB-A7DBD3E60FBE}"/>
          </ac:picMkLst>
        </pc:picChg>
      </pc:sldChg>
      <pc:sldChg chg="addSp delSp modSp new mod setBg">
        <pc:chgData name="Rémi Jetté" userId="53c7ddef-1adc-46a1-8967-7ad9ba7529bc" providerId="ADAL" clId="{3F33CAFC-0E79-6A45-B4CB-7CFD64A02D92}" dt="2025-02-26T00:42:44.121" v="1142" actId="26606"/>
        <pc:sldMkLst>
          <pc:docMk/>
          <pc:sldMk cId="926014848" sldId="258"/>
        </pc:sldMkLst>
        <pc:spChg chg="mod">
          <ac:chgData name="Rémi Jetté" userId="53c7ddef-1adc-46a1-8967-7ad9ba7529bc" providerId="ADAL" clId="{3F33CAFC-0E79-6A45-B4CB-7CFD64A02D92}" dt="2025-02-26T00:42:44.121" v="1142" actId="26606"/>
          <ac:spMkLst>
            <pc:docMk/>
            <pc:sldMk cId="926014848" sldId="258"/>
            <ac:spMk id="2" creationId="{FD57F8FD-A730-4C80-9518-94BBAE96B699}"/>
          </ac:spMkLst>
        </pc:spChg>
        <pc:spChg chg="add del mod">
          <ac:chgData name="Rémi Jetté" userId="53c7ddef-1adc-46a1-8967-7ad9ba7529bc" providerId="ADAL" clId="{3F33CAFC-0E79-6A45-B4CB-7CFD64A02D92}" dt="2025-02-26T00:42:44.121" v="1142" actId="26606"/>
          <ac:spMkLst>
            <pc:docMk/>
            <pc:sldMk cId="926014848" sldId="258"/>
            <ac:spMk id="3" creationId="{0BC699B1-A656-BE87-1B9D-9F9652031324}"/>
          </ac:spMkLst>
        </pc:spChg>
        <pc:graphicFrameChg chg="add del">
          <ac:chgData name="Rémi Jetté" userId="53c7ddef-1adc-46a1-8967-7ad9ba7529bc" providerId="ADAL" clId="{3F33CAFC-0E79-6A45-B4CB-7CFD64A02D92}" dt="2025-02-26T00:42:35.029" v="1138" actId="26606"/>
          <ac:graphicFrameMkLst>
            <pc:docMk/>
            <pc:sldMk cId="926014848" sldId="258"/>
            <ac:graphicFrameMk id="5" creationId="{D1729C4B-6B82-2416-D4C4-F63400C5A1E5}"/>
          </ac:graphicFrameMkLst>
        </pc:graphicFrameChg>
        <pc:graphicFrameChg chg="add del">
          <ac:chgData name="Rémi Jetté" userId="53c7ddef-1adc-46a1-8967-7ad9ba7529bc" providerId="ADAL" clId="{3F33CAFC-0E79-6A45-B4CB-7CFD64A02D92}" dt="2025-02-26T00:42:41.149" v="1140" actId="26606"/>
          <ac:graphicFrameMkLst>
            <pc:docMk/>
            <pc:sldMk cId="926014848" sldId="258"/>
            <ac:graphicFrameMk id="7" creationId="{6FDA5374-6509-A2EA-28A2-291BE10B9DAF}"/>
          </ac:graphicFrameMkLst>
        </pc:graphicFrameChg>
        <pc:graphicFrameChg chg="add del">
          <ac:chgData name="Rémi Jetté" userId="53c7ddef-1adc-46a1-8967-7ad9ba7529bc" providerId="ADAL" clId="{3F33CAFC-0E79-6A45-B4CB-7CFD64A02D92}" dt="2025-02-26T00:42:44.121" v="1142" actId="26606"/>
          <ac:graphicFrameMkLst>
            <pc:docMk/>
            <pc:sldMk cId="926014848" sldId="258"/>
            <ac:graphicFrameMk id="9" creationId="{F80761CD-ED9C-D293-A232-6042973217C9}"/>
          </ac:graphicFrameMkLst>
        </pc:graphicFrameChg>
      </pc:sldChg>
      <pc:sldChg chg="modSp new mod">
        <pc:chgData name="Rémi Jetté" userId="53c7ddef-1adc-46a1-8967-7ad9ba7529bc" providerId="ADAL" clId="{3F33CAFC-0E79-6A45-B4CB-7CFD64A02D92}" dt="2025-02-26T15:19:00.592" v="1458" actId="20577"/>
        <pc:sldMkLst>
          <pc:docMk/>
          <pc:sldMk cId="1559430016" sldId="259"/>
        </pc:sldMkLst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1559430016" sldId="259"/>
            <ac:spMk id="2" creationId="{E47CFD06-1A6B-2CC6-2677-32119C2ADC3A}"/>
          </ac:spMkLst>
        </pc:spChg>
        <pc:spChg chg="mod">
          <ac:chgData name="Rémi Jetté" userId="53c7ddef-1adc-46a1-8967-7ad9ba7529bc" providerId="ADAL" clId="{3F33CAFC-0E79-6A45-B4CB-7CFD64A02D92}" dt="2025-02-26T15:19:00.592" v="1458" actId="20577"/>
          <ac:spMkLst>
            <pc:docMk/>
            <pc:sldMk cId="1559430016" sldId="259"/>
            <ac:spMk id="3" creationId="{93EB7716-64B7-FC94-5368-2BAD98B0B306}"/>
          </ac:spMkLst>
        </pc:spChg>
      </pc:sldChg>
      <pc:sldChg chg="modSp">
        <pc:chgData name="Rémi Jetté" userId="53c7ddef-1adc-46a1-8967-7ad9ba7529bc" providerId="ADAL" clId="{3F33CAFC-0E79-6A45-B4CB-7CFD64A02D92}" dt="2025-02-26T00:42:10.565" v="1136"/>
        <pc:sldMkLst>
          <pc:docMk/>
          <pc:sldMk cId="2918527285" sldId="260"/>
        </pc:sldMkLst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2918527285" sldId="260"/>
            <ac:spMk id="2" creationId="{6AE0D030-648F-9AD4-7419-3FC0214C617C}"/>
          </ac:spMkLst>
        </pc:spChg>
      </pc:sldChg>
      <pc:sldChg chg="modSp mod">
        <pc:chgData name="Rémi Jetté" userId="53c7ddef-1adc-46a1-8967-7ad9ba7529bc" providerId="ADAL" clId="{3F33CAFC-0E79-6A45-B4CB-7CFD64A02D92}" dt="2025-02-26T01:11:38.305" v="1368" actId="20577"/>
        <pc:sldMkLst>
          <pc:docMk/>
          <pc:sldMk cId="1750082113" sldId="261"/>
        </pc:sldMkLst>
        <pc:spChg chg="mod">
          <ac:chgData name="Rémi Jetté" userId="53c7ddef-1adc-46a1-8967-7ad9ba7529bc" providerId="ADAL" clId="{3F33CAFC-0E79-6A45-B4CB-7CFD64A02D92}" dt="2025-02-26T01:09:02.244" v="1340" actId="20577"/>
          <ac:spMkLst>
            <pc:docMk/>
            <pc:sldMk cId="1750082113" sldId="261"/>
            <ac:spMk id="2" creationId="{F99481AA-7D0C-68FE-89D1-6920F47E5E88}"/>
          </ac:spMkLst>
        </pc:spChg>
        <pc:spChg chg="mod">
          <ac:chgData name="Rémi Jetté" userId="53c7ddef-1adc-46a1-8967-7ad9ba7529bc" providerId="ADAL" clId="{3F33CAFC-0E79-6A45-B4CB-7CFD64A02D92}" dt="2025-02-26T01:11:38.305" v="1368" actId="20577"/>
          <ac:spMkLst>
            <pc:docMk/>
            <pc:sldMk cId="1750082113" sldId="261"/>
            <ac:spMk id="3" creationId="{F50B4C27-BA03-76EE-8F97-7FE3186847C8}"/>
          </ac:spMkLst>
        </pc:spChg>
      </pc:sldChg>
      <pc:sldChg chg="modSp">
        <pc:chgData name="Rémi Jetté" userId="53c7ddef-1adc-46a1-8967-7ad9ba7529bc" providerId="ADAL" clId="{3F33CAFC-0E79-6A45-B4CB-7CFD64A02D92}" dt="2025-02-26T00:42:10.565" v="1136"/>
        <pc:sldMkLst>
          <pc:docMk/>
          <pc:sldMk cId="1879701803" sldId="262"/>
        </pc:sldMkLst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1879701803" sldId="262"/>
            <ac:spMk id="2" creationId="{77E06E13-EADD-AE95-1F53-73114852008D}"/>
          </ac:spMkLst>
        </pc:spChg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1879701803" sldId="262"/>
            <ac:spMk id="3" creationId="{1FFC520F-4419-90FA-D3D2-DC5E987F2555}"/>
          </ac:spMkLst>
        </pc:spChg>
      </pc:sldChg>
      <pc:sldChg chg="addSp delSp modSp new mod ord setBg">
        <pc:chgData name="Rémi Jetté" userId="53c7ddef-1adc-46a1-8967-7ad9ba7529bc" providerId="ADAL" clId="{3F33CAFC-0E79-6A45-B4CB-7CFD64A02D92}" dt="2025-02-26T15:18:40.710" v="1413" actId="20577"/>
        <pc:sldMkLst>
          <pc:docMk/>
          <pc:sldMk cId="2115913942" sldId="263"/>
        </pc:sldMkLst>
        <pc:spChg chg="mod">
          <ac:chgData name="Rémi Jetté" userId="53c7ddef-1adc-46a1-8967-7ad9ba7529bc" providerId="ADAL" clId="{3F33CAFC-0E79-6A45-B4CB-7CFD64A02D92}" dt="2025-02-26T01:00:42.643" v="1327" actId="26606"/>
          <ac:spMkLst>
            <pc:docMk/>
            <pc:sldMk cId="2115913942" sldId="263"/>
            <ac:spMk id="2" creationId="{E91A3018-AF13-4A45-A4E3-2D9E9534BF5B}"/>
          </ac:spMkLst>
        </pc:spChg>
        <pc:spChg chg="add del mod ord">
          <ac:chgData name="Rémi Jetté" userId="53c7ddef-1adc-46a1-8967-7ad9ba7529bc" providerId="ADAL" clId="{3F33CAFC-0E79-6A45-B4CB-7CFD64A02D92}" dt="2025-02-26T15:18:40.710" v="1413" actId="20577"/>
          <ac:spMkLst>
            <pc:docMk/>
            <pc:sldMk cId="2115913942" sldId="263"/>
            <ac:spMk id="3" creationId="{D5DF0114-ECD7-7349-B59E-F0DA96E2C263}"/>
          </ac:spMkLst>
        </pc:spChg>
        <pc:spChg chg="add mod">
          <ac:chgData name="Rémi Jetté" userId="53c7ddef-1adc-46a1-8967-7ad9ba7529bc" providerId="ADAL" clId="{3F33CAFC-0E79-6A45-B4CB-7CFD64A02D92}" dt="2025-02-26T01:00:11.770" v="1321" actId="478"/>
          <ac:spMkLst>
            <pc:docMk/>
            <pc:sldMk cId="2115913942" sldId="263"/>
            <ac:spMk id="4" creationId="{E66815CF-5898-A1D9-C83C-7379A63B7EA9}"/>
          </ac:spMkLst>
        </pc:spChg>
        <pc:spChg chg="add del">
          <ac:chgData name="Rémi Jetté" userId="53c7ddef-1adc-46a1-8967-7ad9ba7529bc" providerId="ADAL" clId="{3F33CAFC-0E79-6A45-B4CB-7CFD64A02D92}" dt="2025-02-26T01:19:12.354" v="1402" actId="11529"/>
          <ac:spMkLst>
            <pc:docMk/>
            <pc:sldMk cId="2115913942" sldId="263"/>
            <ac:spMk id="6" creationId="{B402BF44-7A08-FD42-3211-C8974F6EC479}"/>
          </ac:spMkLst>
        </pc:spChg>
        <pc:spChg chg="add del">
          <ac:chgData name="Rémi Jetté" userId="53c7ddef-1adc-46a1-8967-7ad9ba7529bc" providerId="ADAL" clId="{3F33CAFC-0E79-6A45-B4CB-7CFD64A02D92}" dt="2025-02-26T01:19:22.131" v="1404" actId="11529"/>
          <ac:spMkLst>
            <pc:docMk/>
            <pc:sldMk cId="2115913942" sldId="263"/>
            <ac:spMk id="8" creationId="{46433175-9B63-46DE-87BB-F01C95F2EB35}"/>
          </ac:spMkLst>
        </pc:spChg>
        <pc:picChg chg="add del mod">
          <ac:chgData name="Rémi Jetté" userId="53c7ddef-1adc-46a1-8967-7ad9ba7529bc" providerId="ADAL" clId="{3F33CAFC-0E79-6A45-B4CB-7CFD64A02D92}" dt="2025-02-26T01:19:33.936" v="1406" actId="478"/>
          <ac:picMkLst>
            <pc:docMk/>
            <pc:sldMk cId="2115913942" sldId="263"/>
            <ac:picMk id="4" creationId="{29A4C47B-61AE-9CC1-0726-94BC6F9D6578}"/>
          </ac:picMkLst>
        </pc:picChg>
        <pc:picChg chg="add del mod">
          <ac:chgData name="Rémi Jetté" userId="53c7ddef-1adc-46a1-8967-7ad9ba7529bc" providerId="ADAL" clId="{3F33CAFC-0E79-6A45-B4CB-7CFD64A02D92}" dt="2025-02-26T01:19:35.060" v="1407" actId="478"/>
          <ac:picMkLst>
            <pc:docMk/>
            <pc:sldMk cId="2115913942" sldId="263"/>
            <ac:picMk id="5" creationId="{D73E856F-ABD9-FF40-AEB8-1545EA8CA8F9}"/>
          </ac:picMkLst>
        </pc:picChg>
        <pc:picChg chg="add del">
          <ac:chgData name="Rémi Jetté" userId="53c7ddef-1adc-46a1-8967-7ad9ba7529bc" providerId="ADAL" clId="{3F33CAFC-0E79-6A45-B4CB-7CFD64A02D92}" dt="2025-02-26T01:15:53.704" v="1374" actId="478"/>
          <ac:picMkLst>
            <pc:docMk/>
            <pc:sldMk cId="2115913942" sldId="263"/>
            <ac:picMk id="5" creationId="{FE91581E-E3F1-9CE7-CB94-B7A479DBBA93}"/>
          </ac:picMkLst>
        </pc:picChg>
        <pc:picChg chg="add del mod">
          <ac:chgData name="Rémi Jetté" userId="53c7ddef-1adc-46a1-8967-7ad9ba7529bc" providerId="ADAL" clId="{3F33CAFC-0E79-6A45-B4CB-7CFD64A02D92}" dt="2025-02-26T01:19:32.944" v="1405" actId="478"/>
          <ac:picMkLst>
            <pc:docMk/>
            <pc:sldMk cId="2115913942" sldId="263"/>
            <ac:picMk id="7" creationId="{A1DB2416-E88E-1877-027C-63E059AD9499}"/>
          </ac:picMkLst>
        </pc:picChg>
        <pc:picChg chg="add del mod">
          <ac:chgData name="Rémi Jetté" userId="53c7ddef-1adc-46a1-8967-7ad9ba7529bc" providerId="ADAL" clId="{3F33CAFC-0E79-6A45-B4CB-7CFD64A02D92}" dt="2025-02-26T01:16:30.914" v="1377" actId="478"/>
          <ac:picMkLst>
            <pc:docMk/>
            <pc:sldMk cId="2115913942" sldId="263"/>
            <ac:picMk id="2050" creationId="{6FCA969C-096D-83FB-8E49-82DA9CDE72F9}"/>
          </ac:picMkLst>
        </pc:picChg>
        <pc:picChg chg="add del mod">
          <ac:chgData name="Rémi Jetté" userId="53c7ddef-1adc-46a1-8967-7ad9ba7529bc" providerId="ADAL" clId="{3F33CAFC-0E79-6A45-B4CB-7CFD64A02D92}" dt="2025-02-26T01:00:16.009" v="1323" actId="478"/>
          <ac:picMkLst>
            <pc:docMk/>
            <pc:sldMk cId="2115913942" sldId="263"/>
            <ac:picMk id="2052" creationId="{8B7CB8A2-D945-EB6E-6AEE-6539B79F626C}"/>
          </ac:picMkLst>
        </pc:picChg>
        <pc:picChg chg="add del mod">
          <ac:chgData name="Rémi Jetté" userId="53c7ddef-1adc-46a1-8967-7ad9ba7529bc" providerId="ADAL" clId="{3F33CAFC-0E79-6A45-B4CB-7CFD64A02D92}" dt="2025-02-26T01:19:36.159" v="1408" actId="478"/>
          <ac:picMkLst>
            <pc:docMk/>
            <pc:sldMk cId="2115913942" sldId="263"/>
            <ac:picMk id="3074" creationId="{7DA347C3-F7C9-11BE-A090-6E43D755C137}"/>
          </ac:picMkLst>
        </pc:picChg>
      </pc:sldChg>
      <pc:sldChg chg="modSp new del mod">
        <pc:chgData name="Rémi Jetté" userId="53c7ddef-1adc-46a1-8967-7ad9ba7529bc" providerId="ADAL" clId="{3F33CAFC-0E79-6A45-B4CB-7CFD64A02D92}" dt="2025-02-26T00:59:08.493" v="1311" actId="2696"/>
        <pc:sldMkLst>
          <pc:docMk/>
          <pc:sldMk cId="874766463" sldId="264"/>
        </pc:sldMkLst>
        <pc:spChg chg="mod">
          <ac:chgData name="Rémi Jetté" userId="53c7ddef-1adc-46a1-8967-7ad9ba7529bc" providerId="ADAL" clId="{3F33CAFC-0E79-6A45-B4CB-7CFD64A02D92}" dt="2025-02-26T00:58:39.713" v="1310" actId="20577"/>
          <ac:spMkLst>
            <pc:docMk/>
            <pc:sldMk cId="874766463" sldId="264"/>
            <ac:spMk id="2" creationId="{7D76661E-0EBC-2E65-7AF4-F9FFE69AD4C8}"/>
          </ac:spMkLst>
        </pc:spChg>
      </pc:sldChg>
      <pc:sldChg chg="new del">
        <pc:chgData name="Rémi Jetté" userId="53c7ddef-1adc-46a1-8967-7ad9ba7529bc" providerId="ADAL" clId="{3F33CAFC-0E79-6A45-B4CB-7CFD64A02D92}" dt="2025-02-26T01:02:30.741" v="1333" actId="2696"/>
        <pc:sldMkLst>
          <pc:docMk/>
          <pc:sldMk cId="3484311290" sldId="264"/>
        </pc:sldMkLst>
      </pc:sldChg>
    </pc:docChg>
  </pc:docChgLst>
  <pc:docChgLst>
    <pc:chgData name="Maxence Jacob-Laforce" userId="bf715c67-37ba-46c9-a296-ad9454d24cd9" providerId="ADAL" clId="{CF4C2826-BE44-465E-8FF3-E9BEA1B9F64F}"/>
    <pc:docChg chg="custSel modSld">
      <pc:chgData name="Maxence Jacob-Laforce" userId="bf715c67-37ba-46c9-a296-ad9454d24cd9" providerId="ADAL" clId="{CF4C2826-BE44-465E-8FF3-E9BEA1B9F64F}" dt="2025-02-26T14:34:23.753" v="105" actId="1076"/>
      <pc:docMkLst>
        <pc:docMk/>
      </pc:docMkLst>
      <pc:sldChg chg="modSp mod">
        <pc:chgData name="Maxence Jacob-Laforce" userId="bf715c67-37ba-46c9-a296-ad9454d24cd9" providerId="ADAL" clId="{CF4C2826-BE44-465E-8FF3-E9BEA1B9F64F}" dt="2025-02-26T14:34:23.753" v="105" actId="1076"/>
        <pc:sldMkLst>
          <pc:docMk/>
          <pc:sldMk cId="3300780283" sldId="270"/>
        </pc:sldMkLst>
        <pc:spChg chg="mod">
          <ac:chgData name="Maxence Jacob-Laforce" userId="bf715c67-37ba-46c9-a296-ad9454d24cd9" providerId="ADAL" clId="{CF4C2826-BE44-465E-8FF3-E9BEA1B9F64F}" dt="2025-02-26T14:34:18.289" v="104" actId="20577"/>
          <ac:spMkLst>
            <pc:docMk/>
            <pc:sldMk cId="3300780283" sldId="270"/>
            <ac:spMk id="3" creationId="{80AD043C-3BC7-E14F-88E5-F256793A2C85}"/>
          </ac:spMkLst>
        </pc:spChg>
        <pc:picChg chg="mod">
          <ac:chgData name="Maxence Jacob-Laforce" userId="bf715c67-37ba-46c9-a296-ad9454d24cd9" providerId="ADAL" clId="{CF4C2826-BE44-465E-8FF3-E9BEA1B9F64F}" dt="2025-02-26T14:34:23.753" v="105" actId="1076"/>
          <ac:picMkLst>
            <pc:docMk/>
            <pc:sldMk cId="3300780283" sldId="270"/>
            <ac:picMk id="4" creationId="{3A7A9CFC-AB20-BAF1-A0A3-29AABC4664C1}"/>
          </ac:picMkLst>
        </pc:picChg>
      </pc:sldChg>
    </pc:docChg>
  </pc:docChgLst>
  <pc:docChgLst>
    <pc:chgData name="Guillaume Béland" userId="5e0e8ca1-aad6-45fd-bfe1-42de3018897a" providerId="ADAL" clId="{5AD50774-E1A0-42C9-A479-DF0E2DCF6050}"/>
    <pc:docChg chg="undo custSel addSld delSld modSld modMainMaster">
      <pc:chgData name="Guillaume Béland" userId="5e0e8ca1-aad6-45fd-bfe1-42de3018897a" providerId="ADAL" clId="{5AD50774-E1A0-42C9-A479-DF0E2DCF6050}" dt="2025-02-26T04:35:09.995" v="524" actId="1076"/>
      <pc:docMkLst>
        <pc:docMk/>
      </pc:docMkLst>
      <pc:sldChg chg="modSp mod modNotesTx">
        <pc:chgData name="Guillaume Béland" userId="5e0e8ca1-aad6-45fd-bfe1-42de3018897a" providerId="ADAL" clId="{5AD50774-E1A0-42C9-A479-DF0E2DCF6050}" dt="2025-02-26T03:22:25.253" v="238" actId="20577"/>
        <pc:sldMkLst>
          <pc:docMk/>
          <pc:sldMk cId="600726333" sldId="256"/>
        </pc:sldMkLst>
        <pc:spChg chg="mod">
          <ac:chgData name="Guillaume Béland" userId="5e0e8ca1-aad6-45fd-bfe1-42de3018897a" providerId="ADAL" clId="{5AD50774-E1A0-42C9-A479-DF0E2DCF6050}" dt="2025-02-26T03:18:06.364" v="152" actId="20577"/>
          <ac:spMkLst>
            <pc:docMk/>
            <pc:sldMk cId="600726333" sldId="256"/>
            <ac:spMk id="2" creationId="{C2DCE1EF-F348-2192-5317-E4F3C6805428}"/>
          </ac:spMkLst>
        </pc:spChg>
      </pc:sldChg>
      <pc:sldChg chg="modSp modNotesTx">
        <pc:chgData name="Guillaume Béland" userId="5e0e8ca1-aad6-45fd-bfe1-42de3018897a" providerId="ADAL" clId="{5AD50774-E1A0-42C9-A479-DF0E2DCF6050}" dt="2025-02-26T04:13:05.773" v="511" actId="20577"/>
        <pc:sldMkLst>
          <pc:docMk/>
          <pc:sldMk cId="2527207027" sldId="257"/>
        </pc:sldMkLst>
        <pc:picChg chg="mod">
          <ac:chgData name="Guillaume Béland" userId="5e0e8ca1-aad6-45fd-bfe1-42de3018897a" providerId="ADAL" clId="{5AD50774-E1A0-42C9-A479-DF0E2DCF6050}" dt="2025-02-26T03:17:56.323" v="147" actId="14100"/>
          <ac:picMkLst>
            <pc:docMk/>
            <pc:sldMk cId="2527207027" sldId="257"/>
            <ac:picMk id="1028" creationId="{C938A229-A92B-D417-5BDE-D3FDDD612FD7}"/>
          </ac:picMkLst>
        </pc:picChg>
      </pc:sldChg>
      <pc:sldChg chg="modNotesTx">
        <pc:chgData name="Guillaume Béland" userId="5e0e8ca1-aad6-45fd-bfe1-42de3018897a" providerId="ADAL" clId="{5AD50774-E1A0-42C9-A479-DF0E2DCF6050}" dt="2025-02-26T03:22:56.758" v="260" actId="20577"/>
        <pc:sldMkLst>
          <pc:docMk/>
          <pc:sldMk cId="926014848" sldId="258"/>
        </pc:sldMkLst>
      </pc:sldChg>
      <pc:sldChg chg="modNotesTx">
        <pc:chgData name="Guillaume Béland" userId="5e0e8ca1-aad6-45fd-bfe1-42de3018897a" providerId="ADAL" clId="{5AD50774-E1A0-42C9-A479-DF0E2DCF6050}" dt="2025-02-26T03:22:38.357" v="246" actId="20577"/>
        <pc:sldMkLst>
          <pc:docMk/>
          <pc:sldMk cId="1559430016" sldId="259"/>
        </pc:sldMkLst>
      </pc:sldChg>
      <pc:sldChg chg="addSp delSp modSp new del mod delAnim modAnim">
        <pc:chgData name="Guillaume Béland" userId="5e0e8ca1-aad6-45fd-bfe1-42de3018897a" providerId="ADAL" clId="{5AD50774-E1A0-42C9-A479-DF0E2DCF6050}" dt="2025-02-26T03:19:54.199" v="218" actId="47"/>
        <pc:sldMkLst>
          <pc:docMk/>
          <pc:sldMk cId="2918527285" sldId="260"/>
        </pc:sldMkLst>
        <pc:spChg chg="mod">
          <ac:chgData name="Guillaume Béland" userId="5e0e8ca1-aad6-45fd-bfe1-42de3018897a" providerId="ADAL" clId="{5AD50774-E1A0-42C9-A479-DF0E2DCF6050}" dt="2025-02-25T20:10:05.357" v="9" actId="20577"/>
          <ac:spMkLst>
            <pc:docMk/>
            <pc:sldMk cId="2918527285" sldId="260"/>
            <ac:spMk id="2" creationId="{6AE0D030-648F-9AD4-7419-3FC0214C617C}"/>
          </ac:spMkLst>
        </pc:spChg>
        <pc:spChg chg="del">
          <ac:chgData name="Guillaume Béland" userId="5e0e8ca1-aad6-45fd-bfe1-42de3018897a" providerId="ADAL" clId="{5AD50774-E1A0-42C9-A479-DF0E2DCF6050}" dt="2025-02-25T20:11:38.841" v="11" actId="931"/>
          <ac:spMkLst>
            <pc:docMk/>
            <pc:sldMk cId="2918527285" sldId="260"/>
            <ac:spMk id="3" creationId="{1A83CEA6-6F25-DA3F-AC10-F11489AA93F5}"/>
          </ac:spMkLst>
        </pc:spChg>
        <pc:spChg chg="add mod">
          <ac:chgData name="Guillaume Béland" userId="5e0e8ca1-aad6-45fd-bfe1-42de3018897a" providerId="ADAL" clId="{5AD50774-E1A0-42C9-A479-DF0E2DCF6050}" dt="2025-02-25T20:13:26.723" v="29" actId="20577"/>
          <ac:spMkLst>
            <pc:docMk/>
            <pc:sldMk cId="2918527285" sldId="260"/>
            <ac:spMk id="6" creationId="{E888C3FC-E66A-649E-C38B-3E41439E216F}"/>
          </ac:spMkLst>
        </pc:spChg>
        <pc:graphicFrameChg chg="del">
          <ac:chgData name="Guillaume Béland" userId="5e0e8ca1-aad6-45fd-bfe1-42de3018897a" providerId="ADAL" clId="{5AD50774-E1A0-42C9-A479-DF0E2DCF6050}" dt="2025-02-25T20:10:26.547" v="10" actId="478"/>
          <ac:graphicFrameMkLst>
            <pc:docMk/>
            <pc:sldMk cId="2918527285" sldId="260"/>
            <ac:graphicFrameMk id="4" creationId="{68CB7C1D-0426-7581-9884-D188CD4C3BFC}"/>
          </ac:graphicFrameMkLst>
        </pc:graphicFrameChg>
        <pc:graphicFrameChg chg="add mod ord modGraphic">
          <ac:chgData name="Guillaume Béland" userId="5e0e8ca1-aad6-45fd-bfe1-42de3018897a" providerId="ADAL" clId="{5AD50774-E1A0-42C9-A479-DF0E2DCF6050}" dt="2025-02-25T20:13:05.597" v="19" actId="1076"/>
          <ac:graphicFrameMkLst>
            <pc:docMk/>
            <pc:sldMk cId="2918527285" sldId="260"/>
            <ac:graphicFrameMk id="5" creationId="{63B32A30-4416-FC8C-B684-11F4593C858B}"/>
          </ac:graphicFrameMkLst>
        </pc:graphicFrameChg>
        <pc:picChg chg="add mod">
          <ac:chgData name="Guillaume Béland" userId="5e0e8ca1-aad6-45fd-bfe1-42de3018897a" providerId="ADAL" clId="{5AD50774-E1A0-42C9-A479-DF0E2DCF6050}" dt="2025-02-26T03:10:26.698" v="40" actId="571"/>
          <ac:picMkLst>
            <pc:docMk/>
            <pc:sldMk cId="2918527285" sldId="260"/>
            <ac:picMk id="3" creationId="{769A9533-D71A-28A5-4A37-F699886CEF37}"/>
          </ac:picMkLst>
        </pc:picChg>
        <pc:picChg chg="add mod">
          <ac:chgData name="Guillaume Béland" userId="5e0e8ca1-aad6-45fd-bfe1-42de3018897a" providerId="ADAL" clId="{5AD50774-E1A0-42C9-A479-DF0E2DCF6050}" dt="2025-02-26T03:10:26.698" v="40" actId="571"/>
          <ac:picMkLst>
            <pc:docMk/>
            <pc:sldMk cId="2918527285" sldId="260"/>
            <ac:picMk id="5" creationId="{F26CFE37-3245-3FFD-7189-EDA9881002C2}"/>
          </ac:picMkLst>
        </pc:picChg>
        <pc:picChg chg="del">
          <ac:chgData name="Guillaume Béland" userId="5e0e8ca1-aad6-45fd-bfe1-42de3018897a" providerId="ADAL" clId="{5AD50774-E1A0-42C9-A479-DF0E2DCF6050}" dt="2025-02-26T03:14:47.088" v="108" actId="21"/>
          <ac:picMkLst>
            <pc:docMk/>
            <pc:sldMk cId="2918527285" sldId="260"/>
            <ac:picMk id="7" creationId="{5E43FF4A-324B-6BEB-D007-148F839508CC}"/>
          </ac:picMkLst>
        </pc:picChg>
        <pc:picChg chg="mod">
          <ac:chgData name="Guillaume Béland" userId="5e0e8ca1-aad6-45fd-bfe1-42de3018897a" providerId="ADAL" clId="{5AD50774-E1A0-42C9-A479-DF0E2DCF6050}" dt="2025-02-26T03:08:41.795" v="32" actId="1076"/>
          <ac:picMkLst>
            <pc:docMk/>
            <pc:sldMk cId="2918527285" sldId="260"/>
            <ac:picMk id="8" creationId="{74B499D5-48F3-D819-9254-11D09EC7207A}"/>
          </ac:picMkLst>
        </pc:picChg>
      </pc:sldChg>
      <pc:sldChg chg="modNotesTx">
        <pc:chgData name="Guillaume Béland" userId="5e0e8ca1-aad6-45fd-bfe1-42de3018897a" providerId="ADAL" clId="{5AD50774-E1A0-42C9-A479-DF0E2DCF6050}" dt="2025-02-26T03:23:17.864" v="277" actId="20577"/>
        <pc:sldMkLst>
          <pc:docMk/>
          <pc:sldMk cId="2115913942" sldId="263"/>
        </pc:sldMkLst>
      </pc:sldChg>
      <pc:sldChg chg="modSp mod">
        <pc:chgData name="Guillaume Béland" userId="5e0e8ca1-aad6-45fd-bfe1-42de3018897a" providerId="ADAL" clId="{5AD50774-E1A0-42C9-A479-DF0E2DCF6050}" dt="2025-02-26T02:35:21.369" v="31" actId="14100"/>
        <pc:sldMkLst>
          <pc:docMk/>
          <pc:sldMk cId="726584797" sldId="264"/>
        </pc:sldMkLst>
        <pc:picChg chg="mod">
          <ac:chgData name="Guillaume Béland" userId="5e0e8ca1-aad6-45fd-bfe1-42de3018897a" providerId="ADAL" clId="{5AD50774-E1A0-42C9-A479-DF0E2DCF6050}" dt="2025-02-26T02:35:21.369" v="31" actId="14100"/>
          <ac:picMkLst>
            <pc:docMk/>
            <pc:sldMk cId="726584797" sldId="264"/>
            <ac:picMk id="9" creationId="{76C76999-4122-82CB-A82F-C0A53CE20544}"/>
          </ac:picMkLst>
        </pc:picChg>
      </pc:sldChg>
      <pc:sldChg chg="addSp delSp modSp new mod modAnim modNotesTx">
        <pc:chgData name="Guillaume Béland" userId="5e0e8ca1-aad6-45fd-bfe1-42de3018897a" providerId="ADAL" clId="{5AD50774-E1A0-42C9-A479-DF0E2DCF6050}" dt="2025-02-26T04:35:09.995" v="524" actId="1076"/>
        <pc:sldMkLst>
          <pc:docMk/>
          <pc:sldMk cId="2490909085" sldId="265"/>
        </pc:sldMkLst>
        <pc:spChg chg="del mod">
          <ac:chgData name="Guillaume Béland" userId="5e0e8ca1-aad6-45fd-bfe1-42de3018897a" providerId="ADAL" clId="{5AD50774-E1A0-42C9-A479-DF0E2DCF6050}" dt="2025-02-26T03:10:10.851" v="36" actId="478"/>
          <ac:spMkLst>
            <pc:docMk/>
            <pc:sldMk cId="2490909085" sldId="265"/>
            <ac:spMk id="2" creationId="{56894A07-C4D0-73EA-89FA-EC5EC62FEAD4}"/>
          </ac:spMkLst>
        </pc:spChg>
        <pc:spChg chg="del mod">
          <ac:chgData name="Guillaume Béland" userId="5e0e8ca1-aad6-45fd-bfe1-42de3018897a" providerId="ADAL" clId="{5AD50774-E1A0-42C9-A479-DF0E2DCF6050}" dt="2025-02-26T03:10:13.666" v="38" actId="478"/>
          <ac:spMkLst>
            <pc:docMk/>
            <pc:sldMk cId="2490909085" sldId="265"/>
            <ac:spMk id="3" creationId="{F356FBA0-94A8-112D-25B5-ED5A1FE4AB4A}"/>
          </ac:spMkLst>
        </pc:spChg>
        <pc:spChg chg="add mod">
          <ac:chgData name="Guillaume Béland" userId="5e0e8ca1-aad6-45fd-bfe1-42de3018897a" providerId="ADAL" clId="{5AD50774-E1A0-42C9-A479-DF0E2DCF6050}" dt="2025-02-26T03:10:02.813" v="34"/>
          <ac:spMkLst>
            <pc:docMk/>
            <pc:sldMk cId="2490909085" sldId="265"/>
            <ac:spMk id="4" creationId="{8F418B4A-1006-AFC9-2713-8880E98A1FB2}"/>
          </ac:spMkLst>
        </pc:spChg>
        <pc:spChg chg="add mod">
          <ac:chgData name="Guillaume Béland" userId="5e0e8ca1-aad6-45fd-bfe1-42de3018897a" providerId="ADAL" clId="{5AD50774-E1A0-42C9-A479-DF0E2DCF6050}" dt="2025-02-26T04:05:55.198" v="487" actId="20577"/>
          <ac:spMkLst>
            <pc:docMk/>
            <pc:sldMk cId="2490909085" sldId="265"/>
            <ac:spMk id="5" creationId="{861C3D31-654B-658B-012C-BA3204ECD3E0}"/>
          </ac:spMkLst>
        </pc:spChg>
        <pc:spChg chg="add del mod ord topLvl">
          <ac:chgData name="Guillaume Béland" userId="5e0e8ca1-aad6-45fd-bfe1-42de3018897a" providerId="ADAL" clId="{5AD50774-E1A0-42C9-A479-DF0E2DCF6050}" dt="2025-02-26T04:34:47.819" v="514" actId="478"/>
          <ac:spMkLst>
            <pc:docMk/>
            <pc:sldMk cId="2490909085" sldId="265"/>
            <ac:spMk id="9" creationId="{A5392D52-4DF3-4C53-93BE-275941E029D6}"/>
          </ac:spMkLst>
        </pc:spChg>
        <pc:spChg chg="add mod">
          <ac:chgData name="Guillaume Béland" userId="5e0e8ca1-aad6-45fd-bfe1-42de3018897a" providerId="ADAL" clId="{5AD50774-E1A0-42C9-A479-DF0E2DCF6050}" dt="2025-02-26T03:14:03.755" v="105" actId="164"/>
          <ac:spMkLst>
            <pc:docMk/>
            <pc:sldMk cId="2490909085" sldId="265"/>
            <ac:spMk id="11" creationId="{2364A5D8-C232-6EB3-2480-9C9AC9AD9917}"/>
          </ac:spMkLst>
        </pc:spChg>
        <pc:spChg chg="add mod">
          <ac:chgData name="Guillaume Béland" userId="5e0e8ca1-aad6-45fd-bfe1-42de3018897a" providerId="ADAL" clId="{5AD50774-E1A0-42C9-A479-DF0E2DCF6050}" dt="2025-02-26T03:13:15.437" v="100" actId="164"/>
          <ac:spMkLst>
            <pc:docMk/>
            <pc:sldMk cId="2490909085" sldId="265"/>
            <ac:spMk id="12" creationId="{4F585832-B111-DFE0-F682-9F68EE4FF211}"/>
          </ac:spMkLst>
        </pc:spChg>
        <pc:spChg chg="add mod">
          <ac:chgData name="Guillaume Béland" userId="5e0e8ca1-aad6-45fd-bfe1-42de3018897a" providerId="ADAL" clId="{5AD50774-E1A0-42C9-A479-DF0E2DCF6050}" dt="2025-02-26T03:16:34.603" v="132" actId="207"/>
          <ac:spMkLst>
            <pc:docMk/>
            <pc:sldMk cId="2490909085" sldId="265"/>
            <ac:spMk id="16" creationId="{4BEE4011-7D3C-6576-AE29-21DCFAC2815A}"/>
          </ac:spMkLst>
        </pc:spChg>
        <pc:spChg chg="add mod">
          <ac:chgData name="Guillaume Béland" userId="5e0e8ca1-aad6-45fd-bfe1-42de3018897a" providerId="ADAL" clId="{5AD50774-E1A0-42C9-A479-DF0E2DCF6050}" dt="2025-02-26T03:17:41.951" v="145" actId="14100"/>
          <ac:spMkLst>
            <pc:docMk/>
            <pc:sldMk cId="2490909085" sldId="265"/>
            <ac:spMk id="17" creationId="{7114FEFD-26B5-1C67-5DF7-C36B0E8BD91F}"/>
          </ac:spMkLst>
        </pc:spChg>
        <pc:grpChg chg="add del mod">
          <ac:chgData name="Guillaume Béland" userId="5e0e8ca1-aad6-45fd-bfe1-42de3018897a" providerId="ADAL" clId="{5AD50774-E1A0-42C9-A479-DF0E2DCF6050}" dt="2025-02-26T04:34:43.966" v="512" actId="165"/>
          <ac:grpSpMkLst>
            <pc:docMk/>
            <pc:sldMk cId="2490909085" sldId="265"/>
            <ac:grpSpMk id="10" creationId="{F3DEA570-8736-85A9-461D-8D805ACF3623}"/>
          </ac:grpSpMkLst>
        </pc:grpChg>
        <pc:grpChg chg="add mod">
          <ac:chgData name="Guillaume Béland" userId="5e0e8ca1-aad6-45fd-bfe1-42de3018897a" providerId="ADAL" clId="{5AD50774-E1A0-42C9-A479-DF0E2DCF6050}" dt="2025-02-26T03:13:57.250" v="102" actId="1076"/>
          <ac:grpSpMkLst>
            <pc:docMk/>
            <pc:sldMk cId="2490909085" sldId="265"/>
            <ac:grpSpMk id="13" creationId="{4D6DC49B-AD77-9826-407B-5838A963AFC0}"/>
          </ac:grpSpMkLst>
        </pc:grpChg>
        <pc:grpChg chg="add mod">
          <ac:chgData name="Guillaume Béland" userId="5e0e8ca1-aad6-45fd-bfe1-42de3018897a" providerId="ADAL" clId="{5AD50774-E1A0-42C9-A479-DF0E2DCF6050}" dt="2025-02-26T03:14:10.055" v="106" actId="1076"/>
          <ac:grpSpMkLst>
            <pc:docMk/>
            <pc:sldMk cId="2490909085" sldId="265"/>
            <ac:grpSpMk id="14" creationId="{8FA39C5E-830B-8DAD-1251-36749ADD07F4}"/>
          </ac:grpSpMkLst>
        </pc:grpChg>
        <pc:picChg chg="add del mod topLvl">
          <ac:chgData name="Guillaume Béland" userId="5e0e8ca1-aad6-45fd-bfe1-42de3018897a" providerId="ADAL" clId="{5AD50774-E1A0-42C9-A479-DF0E2DCF6050}" dt="2025-02-26T04:34:49.881" v="515" actId="478"/>
          <ac:picMkLst>
            <pc:docMk/>
            <pc:sldMk cId="2490909085" sldId="265"/>
            <ac:picMk id="6" creationId="{C9768B98-12D5-21BF-E6AF-4AFCD75CD14B}"/>
          </ac:picMkLst>
        </pc:picChg>
        <pc:picChg chg="add mod ord">
          <ac:chgData name="Guillaume Béland" userId="5e0e8ca1-aad6-45fd-bfe1-42de3018897a" providerId="ADAL" clId="{5AD50774-E1A0-42C9-A479-DF0E2DCF6050}" dt="2025-02-26T03:14:03.755" v="105" actId="164"/>
          <ac:picMkLst>
            <pc:docMk/>
            <pc:sldMk cId="2490909085" sldId="265"/>
            <ac:picMk id="7" creationId="{CF758184-4A96-2E5C-B913-1C9A58D814D0}"/>
          </ac:picMkLst>
        </pc:picChg>
        <pc:picChg chg="add mod ord">
          <ac:chgData name="Guillaume Béland" userId="5e0e8ca1-aad6-45fd-bfe1-42de3018897a" providerId="ADAL" clId="{5AD50774-E1A0-42C9-A479-DF0E2DCF6050}" dt="2025-02-26T03:13:15.437" v="100" actId="164"/>
          <ac:picMkLst>
            <pc:docMk/>
            <pc:sldMk cId="2490909085" sldId="265"/>
            <ac:picMk id="8" creationId="{5E9018E5-D7A4-76D0-F58E-B38A20CDE659}"/>
          </ac:picMkLst>
        </pc:picChg>
        <pc:picChg chg="add mod modCrop">
          <ac:chgData name="Guillaume Béland" userId="5e0e8ca1-aad6-45fd-bfe1-42de3018897a" providerId="ADAL" clId="{5AD50774-E1A0-42C9-A479-DF0E2DCF6050}" dt="2025-02-26T03:15:37.211" v="119" actId="1076"/>
          <ac:picMkLst>
            <pc:docMk/>
            <pc:sldMk cId="2490909085" sldId="265"/>
            <ac:picMk id="15" creationId="{5E43FF4A-324B-6BEB-D007-148F839508CC}"/>
          </ac:picMkLst>
        </pc:picChg>
        <pc:picChg chg="add mod">
          <ac:chgData name="Guillaume Béland" userId="5e0e8ca1-aad6-45fd-bfe1-42de3018897a" providerId="ADAL" clId="{5AD50774-E1A0-42C9-A479-DF0E2DCF6050}" dt="2025-02-26T03:50:39.530" v="285"/>
          <ac:picMkLst>
            <pc:docMk/>
            <pc:sldMk cId="2490909085" sldId="265"/>
            <ac:picMk id="18" creationId="{487CB3C1-120D-0BB7-FF53-F859EBB4871A}"/>
          </ac:picMkLst>
        </pc:picChg>
        <pc:picChg chg="add mod modCrop">
          <ac:chgData name="Guillaume Béland" userId="5e0e8ca1-aad6-45fd-bfe1-42de3018897a" providerId="ADAL" clId="{5AD50774-E1A0-42C9-A479-DF0E2DCF6050}" dt="2025-02-26T04:35:09.995" v="524" actId="1076"/>
          <ac:picMkLst>
            <pc:docMk/>
            <pc:sldMk cId="2490909085" sldId="265"/>
            <ac:picMk id="20" creationId="{8B85FF7D-5740-4D93-8E17-629525E7B3F8}"/>
          </ac:picMkLst>
        </pc:picChg>
      </pc:sldChg>
      <pc:sldChg chg="modNotesTx">
        <pc:chgData name="Guillaume Béland" userId="5e0e8ca1-aad6-45fd-bfe1-42de3018897a" providerId="ADAL" clId="{5AD50774-E1A0-42C9-A479-DF0E2DCF6050}" dt="2025-02-26T03:23:36.559" v="283" actId="20577"/>
        <pc:sldMkLst>
          <pc:docMk/>
          <pc:sldMk cId="1547341113" sldId="266"/>
        </pc:sldMkLst>
      </pc:sldChg>
      <pc:sldChg chg="addSp delSp modSp mod modNotesTx">
        <pc:chgData name="Guillaume Béland" userId="5e0e8ca1-aad6-45fd-bfe1-42de3018897a" providerId="ADAL" clId="{5AD50774-E1A0-42C9-A479-DF0E2DCF6050}" dt="2025-02-26T03:23:12.479" v="273" actId="20577"/>
        <pc:sldMkLst>
          <pc:docMk/>
          <pc:sldMk cId="3343017845" sldId="268"/>
        </pc:sldMkLst>
        <pc:spChg chg="mod topLvl">
          <ac:chgData name="Guillaume Béland" userId="5e0e8ca1-aad6-45fd-bfe1-42de3018897a" providerId="ADAL" clId="{5AD50774-E1A0-42C9-A479-DF0E2DCF6050}" dt="2025-02-26T03:21:37.740" v="228" actId="164"/>
          <ac:spMkLst>
            <pc:docMk/>
            <pc:sldMk cId="3343017845" sldId="268"/>
            <ac:spMk id="9" creationId="{A5392D52-4DF3-4C53-93BE-275941E029D6}"/>
          </ac:spMkLst>
        </pc:spChg>
        <pc:spChg chg="mod topLvl">
          <ac:chgData name="Guillaume Béland" userId="5e0e8ca1-aad6-45fd-bfe1-42de3018897a" providerId="ADAL" clId="{5AD50774-E1A0-42C9-A479-DF0E2DCF6050}" dt="2025-02-26T03:21:40.977" v="229" actId="164"/>
          <ac:spMkLst>
            <pc:docMk/>
            <pc:sldMk cId="3343017845" sldId="268"/>
            <ac:spMk id="11" creationId="{2364A5D8-C232-6EB3-2480-9C9AC9AD9917}"/>
          </ac:spMkLst>
        </pc:spChg>
        <pc:spChg chg="mod topLvl">
          <ac:chgData name="Guillaume Béland" userId="5e0e8ca1-aad6-45fd-bfe1-42de3018897a" providerId="ADAL" clId="{5AD50774-E1A0-42C9-A479-DF0E2DCF6050}" dt="2025-02-26T03:21:44.814" v="230" actId="164"/>
          <ac:spMkLst>
            <pc:docMk/>
            <pc:sldMk cId="3343017845" sldId="268"/>
            <ac:spMk id="12" creationId="{4F585832-B111-DFE0-F682-9F68EE4FF211}"/>
          </ac:spMkLst>
        </pc:spChg>
        <pc:grpChg chg="del">
          <ac:chgData name="Guillaume Béland" userId="5e0e8ca1-aad6-45fd-bfe1-42de3018897a" providerId="ADAL" clId="{5AD50774-E1A0-42C9-A479-DF0E2DCF6050}" dt="2025-02-26T03:21:00.838" v="219" actId="165"/>
          <ac:grpSpMkLst>
            <pc:docMk/>
            <pc:sldMk cId="3343017845" sldId="268"/>
            <ac:grpSpMk id="10" creationId="{F3DEA570-8736-85A9-461D-8D805ACF3623}"/>
          </ac:grpSpMkLst>
        </pc:grpChg>
        <pc:grpChg chg="del">
          <ac:chgData name="Guillaume Béland" userId="5e0e8ca1-aad6-45fd-bfe1-42de3018897a" providerId="ADAL" clId="{5AD50774-E1A0-42C9-A479-DF0E2DCF6050}" dt="2025-02-26T03:21:00.838" v="219" actId="165"/>
          <ac:grpSpMkLst>
            <pc:docMk/>
            <pc:sldMk cId="3343017845" sldId="268"/>
            <ac:grpSpMk id="13" creationId="{4D6DC49B-AD77-9826-407B-5838A963AFC0}"/>
          </ac:grpSpMkLst>
        </pc:grpChg>
        <pc:grpChg chg="del">
          <ac:chgData name="Guillaume Béland" userId="5e0e8ca1-aad6-45fd-bfe1-42de3018897a" providerId="ADAL" clId="{5AD50774-E1A0-42C9-A479-DF0E2DCF6050}" dt="2025-02-26T03:21:00.838" v="219" actId="165"/>
          <ac:grpSpMkLst>
            <pc:docMk/>
            <pc:sldMk cId="3343017845" sldId="268"/>
            <ac:grpSpMk id="14" creationId="{8FA39C5E-830B-8DAD-1251-36749ADD07F4}"/>
          </ac:grpSpMkLst>
        </pc:grpChg>
        <pc:grpChg chg="add mod">
          <ac:chgData name="Guillaume Béland" userId="5e0e8ca1-aad6-45fd-bfe1-42de3018897a" providerId="ADAL" clId="{5AD50774-E1A0-42C9-A479-DF0E2DCF6050}" dt="2025-02-26T03:21:37.740" v="228" actId="164"/>
          <ac:grpSpMkLst>
            <pc:docMk/>
            <pc:sldMk cId="3343017845" sldId="268"/>
            <ac:grpSpMk id="15" creationId="{FAD96B30-82D8-AB73-C2C3-30E058E3D83E}"/>
          </ac:grpSpMkLst>
        </pc:grpChg>
        <pc:grpChg chg="add mod">
          <ac:chgData name="Guillaume Béland" userId="5e0e8ca1-aad6-45fd-bfe1-42de3018897a" providerId="ADAL" clId="{5AD50774-E1A0-42C9-A479-DF0E2DCF6050}" dt="2025-02-26T03:21:40.977" v="229" actId="164"/>
          <ac:grpSpMkLst>
            <pc:docMk/>
            <pc:sldMk cId="3343017845" sldId="268"/>
            <ac:grpSpMk id="18" creationId="{068B492C-4F54-EE00-1A7D-1130AC5C2B1A}"/>
          </ac:grpSpMkLst>
        </pc:grpChg>
        <pc:grpChg chg="add mod">
          <ac:chgData name="Guillaume Béland" userId="5e0e8ca1-aad6-45fd-bfe1-42de3018897a" providerId="ADAL" clId="{5AD50774-E1A0-42C9-A479-DF0E2DCF6050}" dt="2025-02-26T03:21:44.814" v="230" actId="164"/>
          <ac:grpSpMkLst>
            <pc:docMk/>
            <pc:sldMk cId="3343017845" sldId="268"/>
            <ac:grpSpMk id="19" creationId="{74F34FE4-3523-C3DF-C444-6EF791BDC896}"/>
          </ac:grpSpMkLst>
        </pc:grpChg>
        <pc:picChg chg="mod">
          <ac:chgData name="Guillaume Béland" userId="5e0e8ca1-aad6-45fd-bfe1-42de3018897a" providerId="ADAL" clId="{5AD50774-E1A0-42C9-A479-DF0E2DCF6050}" dt="2025-02-26T03:21:37.740" v="228" actId="164"/>
          <ac:picMkLst>
            <pc:docMk/>
            <pc:sldMk cId="3343017845" sldId="268"/>
            <ac:picMk id="2" creationId="{494573A3-0178-5A43-9A9B-98F644025D54}"/>
          </ac:picMkLst>
        </pc:picChg>
        <pc:picChg chg="add mod">
          <ac:chgData name="Guillaume Béland" userId="5e0e8ca1-aad6-45fd-bfe1-42de3018897a" providerId="ADAL" clId="{5AD50774-E1A0-42C9-A479-DF0E2DCF6050}" dt="2025-02-26T03:21:40.977" v="229" actId="164"/>
          <ac:picMkLst>
            <pc:docMk/>
            <pc:sldMk cId="3343017845" sldId="268"/>
            <ac:picMk id="3" creationId="{7E60F480-6717-32F2-60BB-E115BAB38580}"/>
          </ac:picMkLst>
        </pc:picChg>
        <pc:picChg chg="del mod topLvl">
          <ac:chgData name="Guillaume Béland" userId="5e0e8ca1-aad6-45fd-bfe1-42de3018897a" providerId="ADAL" clId="{5AD50774-E1A0-42C9-A479-DF0E2DCF6050}" dt="2025-02-26T03:21:02.975" v="220" actId="478"/>
          <ac:picMkLst>
            <pc:docMk/>
            <pc:sldMk cId="3343017845" sldId="268"/>
            <ac:picMk id="6" creationId="{C9768B98-12D5-21BF-E6AF-4AFCD75CD14B}"/>
          </ac:picMkLst>
        </pc:picChg>
        <pc:picChg chg="del mod topLvl">
          <ac:chgData name="Guillaume Béland" userId="5e0e8ca1-aad6-45fd-bfe1-42de3018897a" providerId="ADAL" clId="{5AD50774-E1A0-42C9-A479-DF0E2DCF6050}" dt="2025-02-26T03:21:03.956" v="221" actId="478"/>
          <ac:picMkLst>
            <pc:docMk/>
            <pc:sldMk cId="3343017845" sldId="268"/>
            <ac:picMk id="7" creationId="{CF758184-4A96-2E5C-B913-1C9A58D814D0}"/>
          </ac:picMkLst>
        </pc:picChg>
        <pc:picChg chg="del mod topLvl">
          <ac:chgData name="Guillaume Béland" userId="5e0e8ca1-aad6-45fd-bfe1-42de3018897a" providerId="ADAL" clId="{5AD50774-E1A0-42C9-A479-DF0E2DCF6050}" dt="2025-02-26T03:21:04.733" v="222" actId="478"/>
          <ac:picMkLst>
            <pc:docMk/>
            <pc:sldMk cId="3343017845" sldId="268"/>
            <ac:picMk id="8" creationId="{5E9018E5-D7A4-76D0-F58E-B38A20CDE659}"/>
          </ac:picMkLst>
        </pc:picChg>
        <pc:picChg chg="mod">
          <ac:chgData name="Guillaume Béland" userId="5e0e8ca1-aad6-45fd-bfe1-42de3018897a" providerId="ADAL" clId="{5AD50774-E1A0-42C9-A479-DF0E2DCF6050}" dt="2025-02-26T03:21:44.814" v="230" actId="164"/>
          <ac:picMkLst>
            <pc:docMk/>
            <pc:sldMk cId="3343017845" sldId="268"/>
            <ac:picMk id="22" creationId="{18EB6C8A-7F90-1CCB-C047-914C60214346}"/>
          </ac:picMkLst>
        </pc:picChg>
      </pc:sldChg>
      <pc:sldChg chg="addSp delSp modSp add del mod delAnim">
        <pc:chgData name="Guillaume Béland" userId="5e0e8ca1-aad6-45fd-bfe1-42de3018897a" providerId="ADAL" clId="{5AD50774-E1A0-42C9-A479-DF0E2DCF6050}" dt="2025-02-26T04:05:41.478" v="478" actId="47"/>
        <pc:sldMkLst>
          <pc:docMk/>
          <pc:sldMk cId="1271402721" sldId="269"/>
        </pc:sldMkLst>
        <pc:spChg chg="mod">
          <ac:chgData name="Guillaume Béland" userId="5e0e8ca1-aad6-45fd-bfe1-42de3018897a" providerId="ADAL" clId="{5AD50774-E1A0-42C9-A479-DF0E2DCF6050}" dt="2025-02-26T03:55:04.031" v="352" actId="27636"/>
          <ac:spMkLst>
            <pc:docMk/>
            <pc:sldMk cId="1271402721" sldId="269"/>
            <ac:spMk id="4" creationId="{94A74060-F50C-AF36-386A-E1A5BA932FC1}"/>
          </ac:spMkLst>
        </pc:spChg>
        <pc:spChg chg="mod">
          <ac:chgData name="Guillaume Béland" userId="5e0e8ca1-aad6-45fd-bfe1-42de3018897a" providerId="ADAL" clId="{5AD50774-E1A0-42C9-A479-DF0E2DCF6050}" dt="2025-02-26T03:58:06.082" v="438" actId="1076"/>
          <ac:spMkLst>
            <pc:docMk/>
            <pc:sldMk cId="1271402721" sldId="269"/>
            <ac:spMk id="5" creationId="{ED3683A8-5D7D-F2E1-2E34-C2887048211D}"/>
          </ac:spMkLst>
        </pc:spChg>
        <pc:spChg chg="del">
          <ac:chgData name="Guillaume Béland" userId="5e0e8ca1-aad6-45fd-bfe1-42de3018897a" providerId="ADAL" clId="{5AD50774-E1A0-42C9-A479-DF0E2DCF6050}" dt="2025-02-26T03:51:13.763" v="335" actId="478"/>
          <ac:spMkLst>
            <pc:docMk/>
            <pc:sldMk cId="1271402721" sldId="269"/>
            <ac:spMk id="16" creationId="{76431685-D895-7B51-8BAA-18A919098B3D}"/>
          </ac:spMkLst>
        </pc:spChg>
        <pc:spChg chg="del">
          <ac:chgData name="Guillaume Béland" userId="5e0e8ca1-aad6-45fd-bfe1-42de3018897a" providerId="ADAL" clId="{5AD50774-E1A0-42C9-A479-DF0E2DCF6050}" dt="2025-02-26T03:51:17.689" v="338" actId="478"/>
          <ac:spMkLst>
            <pc:docMk/>
            <pc:sldMk cId="1271402721" sldId="269"/>
            <ac:spMk id="17" creationId="{D2D61D08-FA4E-DEDE-E812-81FF6D1646CF}"/>
          </ac:spMkLst>
        </pc:spChg>
        <pc:grpChg chg="del">
          <ac:chgData name="Guillaume Béland" userId="5e0e8ca1-aad6-45fd-bfe1-42de3018897a" providerId="ADAL" clId="{5AD50774-E1A0-42C9-A479-DF0E2DCF6050}" dt="2025-02-26T03:51:12.954" v="334" actId="478"/>
          <ac:grpSpMkLst>
            <pc:docMk/>
            <pc:sldMk cId="1271402721" sldId="269"/>
            <ac:grpSpMk id="10" creationId="{B57CFBE3-AFCB-01C9-29E5-5CA1A174D181}"/>
          </ac:grpSpMkLst>
        </pc:grpChg>
        <pc:grpChg chg="del">
          <ac:chgData name="Guillaume Béland" userId="5e0e8ca1-aad6-45fd-bfe1-42de3018897a" providerId="ADAL" clId="{5AD50774-E1A0-42C9-A479-DF0E2DCF6050}" dt="2025-02-26T03:51:14.864" v="337" actId="478"/>
          <ac:grpSpMkLst>
            <pc:docMk/>
            <pc:sldMk cId="1271402721" sldId="269"/>
            <ac:grpSpMk id="13" creationId="{42B43FC1-4DE3-7CAC-A858-59FA276C13EC}"/>
          </ac:grpSpMkLst>
        </pc:grpChg>
        <pc:grpChg chg="del">
          <ac:chgData name="Guillaume Béland" userId="5e0e8ca1-aad6-45fd-bfe1-42de3018897a" providerId="ADAL" clId="{5AD50774-E1A0-42C9-A479-DF0E2DCF6050}" dt="2025-02-26T03:51:14.298" v="336" actId="478"/>
          <ac:grpSpMkLst>
            <pc:docMk/>
            <pc:sldMk cId="1271402721" sldId="269"/>
            <ac:grpSpMk id="14" creationId="{9C7B17F5-DD2E-398D-15DD-8DDE7F3B7CE4}"/>
          </ac:grpSpMkLst>
        </pc:grpChg>
        <pc:picChg chg="add mod">
          <ac:chgData name="Guillaume Béland" userId="5e0e8ca1-aad6-45fd-bfe1-42de3018897a" providerId="ADAL" clId="{5AD50774-E1A0-42C9-A479-DF0E2DCF6050}" dt="2025-02-26T03:55:07.155" v="353" actId="1076"/>
          <ac:picMkLst>
            <pc:docMk/>
            <pc:sldMk cId="1271402721" sldId="269"/>
            <ac:picMk id="3" creationId="{FD96BEBD-20B1-00B1-7D4D-EE2F58E37295}"/>
          </ac:picMkLst>
        </pc:picChg>
        <pc:picChg chg="del">
          <ac:chgData name="Guillaume Béland" userId="5e0e8ca1-aad6-45fd-bfe1-42de3018897a" providerId="ADAL" clId="{5AD50774-E1A0-42C9-A479-DF0E2DCF6050}" dt="2025-02-26T03:51:22.836" v="340" actId="478"/>
          <ac:picMkLst>
            <pc:docMk/>
            <pc:sldMk cId="1271402721" sldId="269"/>
            <ac:picMk id="15" creationId="{BD04555D-B9FA-CDEA-B3B8-1DB3508C10F4}"/>
          </ac:picMkLst>
        </pc:picChg>
        <pc:picChg chg="add mod">
          <ac:chgData name="Guillaume Béland" userId="5e0e8ca1-aad6-45fd-bfe1-42de3018897a" providerId="ADAL" clId="{5AD50774-E1A0-42C9-A479-DF0E2DCF6050}" dt="2025-02-26T03:55:13.411" v="355" actId="14100"/>
          <ac:picMkLst>
            <pc:docMk/>
            <pc:sldMk cId="1271402721" sldId="269"/>
            <ac:picMk id="19" creationId="{6B38922A-652A-35EC-4FB6-F1E0B77F3E46}"/>
          </ac:picMkLst>
        </pc:picChg>
      </pc:sldChg>
      <pc:sldChg chg="addSp modSp mod modAnim">
        <pc:chgData name="Guillaume Béland" userId="5e0e8ca1-aad6-45fd-bfe1-42de3018897a" providerId="ADAL" clId="{5AD50774-E1A0-42C9-A479-DF0E2DCF6050}" dt="2025-02-26T04:10:01.118" v="502"/>
        <pc:sldMkLst>
          <pc:docMk/>
          <pc:sldMk cId="3370693184" sldId="271"/>
        </pc:sldMkLst>
        <pc:picChg chg="add mod">
          <ac:chgData name="Guillaume Béland" userId="5e0e8ca1-aad6-45fd-bfe1-42de3018897a" providerId="ADAL" clId="{5AD50774-E1A0-42C9-A479-DF0E2DCF6050}" dt="2025-02-26T03:59:51.435" v="441" actId="1076"/>
          <ac:picMkLst>
            <pc:docMk/>
            <pc:sldMk cId="3370693184" sldId="271"/>
            <ac:picMk id="4" creationId="{8AC357E6-B6BF-4CD4-B8BC-FCE722F24F57}"/>
          </ac:picMkLst>
        </pc:picChg>
      </pc:sldChg>
      <pc:sldMasterChg chg="modSldLayout">
        <pc:chgData name="Guillaume Béland" userId="5e0e8ca1-aad6-45fd-bfe1-42de3018897a" providerId="ADAL" clId="{5AD50774-E1A0-42C9-A479-DF0E2DCF6050}" dt="2025-02-26T03:19:35.014" v="217"/>
        <pc:sldMasterMkLst>
          <pc:docMk/>
          <pc:sldMasterMk cId="1541586642" sldId="2147483750"/>
        </pc:sldMasterMkLst>
        <pc:sldLayoutChg chg="addSp modSp mod">
          <pc:chgData name="Guillaume Béland" userId="5e0e8ca1-aad6-45fd-bfe1-42de3018897a" providerId="ADAL" clId="{5AD50774-E1A0-42C9-A479-DF0E2DCF6050}" dt="2025-02-26T03:19:13.272" v="201" actId="20577"/>
          <pc:sldLayoutMkLst>
            <pc:docMk/>
            <pc:sldMasterMk cId="1541586642" sldId="2147483750"/>
            <pc:sldLayoutMk cId="3903130391" sldId="2147483751"/>
          </pc:sldLayoutMkLst>
          <pc:spChg chg="add mod">
            <ac:chgData name="Guillaume Béland" userId="5e0e8ca1-aad6-45fd-bfe1-42de3018897a" providerId="ADAL" clId="{5AD50774-E1A0-42C9-A479-DF0E2DCF6050}" dt="2025-02-26T03:19:13.272" v="201" actId="20577"/>
            <ac:spMkLst>
              <pc:docMk/>
              <pc:sldMasterMk cId="1541586642" sldId="2147483750"/>
              <pc:sldLayoutMk cId="3903130391" sldId="2147483751"/>
              <ac:spMk id="7" creationId="{9CE06C79-A2D5-B173-6FD5-2C3783D74653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18.430" v="202"/>
          <pc:sldLayoutMkLst>
            <pc:docMk/>
            <pc:sldMasterMk cId="1541586642" sldId="2147483750"/>
            <pc:sldLayoutMk cId="2739668463" sldId="2147483752"/>
          </pc:sldLayoutMkLst>
          <pc:spChg chg="add mod">
            <ac:chgData name="Guillaume Béland" userId="5e0e8ca1-aad6-45fd-bfe1-42de3018897a" providerId="ADAL" clId="{5AD50774-E1A0-42C9-A479-DF0E2DCF6050}" dt="2025-02-26T03:19:18.430" v="202"/>
            <ac:spMkLst>
              <pc:docMk/>
              <pc:sldMasterMk cId="1541586642" sldId="2147483750"/>
              <pc:sldLayoutMk cId="2739668463" sldId="2147483752"/>
              <ac:spMk id="7" creationId="{D4C04B74-EBF2-4465-BCAD-51591FF04317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19.713" v="203"/>
          <pc:sldLayoutMkLst>
            <pc:docMk/>
            <pc:sldMasterMk cId="1541586642" sldId="2147483750"/>
            <pc:sldLayoutMk cId="940023436" sldId="2147483753"/>
          </pc:sldLayoutMkLst>
          <pc:spChg chg="add mod">
            <ac:chgData name="Guillaume Béland" userId="5e0e8ca1-aad6-45fd-bfe1-42de3018897a" providerId="ADAL" clId="{5AD50774-E1A0-42C9-A479-DF0E2DCF6050}" dt="2025-02-26T03:19:19.713" v="203"/>
            <ac:spMkLst>
              <pc:docMk/>
              <pc:sldMasterMk cId="1541586642" sldId="2147483750"/>
              <pc:sldLayoutMk cId="940023436" sldId="2147483753"/>
              <ac:spMk id="7" creationId="{F0BF9BC4-9E4C-A64F-A4FD-D18DF65CCEDC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0.636" v="204"/>
          <pc:sldLayoutMkLst>
            <pc:docMk/>
            <pc:sldMasterMk cId="1541586642" sldId="2147483750"/>
            <pc:sldLayoutMk cId="1292136991" sldId="2147483754"/>
          </pc:sldLayoutMkLst>
          <pc:spChg chg="add mod">
            <ac:chgData name="Guillaume Béland" userId="5e0e8ca1-aad6-45fd-bfe1-42de3018897a" providerId="ADAL" clId="{5AD50774-E1A0-42C9-A479-DF0E2DCF6050}" dt="2025-02-26T03:19:20.636" v="204"/>
            <ac:spMkLst>
              <pc:docMk/>
              <pc:sldMasterMk cId="1541586642" sldId="2147483750"/>
              <pc:sldLayoutMk cId="1292136991" sldId="2147483754"/>
              <ac:spMk id="8" creationId="{B35D0AD4-644A-75E7-EABB-A818F15FA9D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1.411" v="205"/>
          <pc:sldLayoutMkLst>
            <pc:docMk/>
            <pc:sldMasterMk cId="1541586642" sldId="2147483750"/>
            <pc:sldLayoutMk cId="714312813" sldId="2147483755"/>
          </pc:sldLayoutMkLst>
          <pc:spChg chg="add mod">
            <ac:chgData name="Guillaume Béland" userId="5e0e8ca1-aad6-45fd-bfe1-42de3018897a" providerId="ADAL" clId="{5AD50774-E1A0-42C9-A479-DF0E2DCF6050}" dt="2025-02-26T03:19:21.411" v="205"/>
            <ac:spMkLst>
              <pc:docMk/>
              <pc:sldMasterMk cId="1541586642" sldId="2147483750"/>
              <pc:sldLayoutMk cId="714312813" sldId="2147483755"/>
              <ac:spMk id="10" creationId="{5CABDEB3-9B8E-D995-B005-846CFF1F49EB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2.019" v="206"/>
          <pc:sldLayoutMkLst>
            <pc:docMk/>
            <pc:sldMasterMk cId="1541586642" sldId="2147483750"/>
            <pc:sldLayoutMk cId="3631849651" sldId="2147483756"/>
          </pc:sldLayoutMkLst>
          <pc:spChg chg="add mod">
            <ac:chgData name="Guillaume Béland" userId="5e0e8ca1-aad6-45fd-bfe1-42de3018897a" providerId="ADAL" clId="{5AD50774-E1A0-42C9-A479-DF0E2DCF6050}" dt="2025-02-26T03:19:22.019" v="206"/>
            <ac:spMkLst>
              <pc:docMk/>
              <pc:sldMasterMk cId="1541586642" sldId="2147483750"/>
              <pc:sldLayoutMk cId="3631849651" sldId="2147483756"/>
              <ac:spMk id="6" creationId="{6C2A0A9C-9905-B21A-A096-616380BC9BE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3.166" v="207"/>
          <pc:sldLayoutMkLst>
            <pc:docMk/>
            <pc:sldMasterMk cId="1541586642" sldId="2147483750"/>
            <pc:sldLayoutMk cId="1806956576" sldId="2147483757"/>
          </pc:sldLayoutMkLst>
          <pc:spChg chg="add mod">
            <ac:chgData name="Guillaume Béland" userId="5e0e8ca1-aad6-45fd-bfe1-42de3018897a" providerId="ADAL" clId="{5AD50774-E1A0-42C9-A479-DF0E2DCF6050}" dt="2025-02-26T03:19:23.166" v="207"/>
            <ac:spMkLst>
              <pc:docMk/>
              <pc:sldMasterMk cId="1541586642" sldId="2147483750"/>
              <pc:sldLayoutMk cId="1806956576" sldId="2147483757"/>
              <ac:spMk id="5" creationId="{42F95627-BD22-DF90-FBCC-45646DE370C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3.926" v="208"/>
          <pc:sldLayoutMkLst>
            <pc:docMk/>
            <pc:sldMasterMk cId="1541586642" sldId="2147483750"/>
            <pc:sldLayoutMk cId="1028316800" sldId="2147483758"/>
          </pc:sldLayoutMkLst>
          <pc:spChg chg="add mod">
            <ac:chgData name="Guillaume Béland" userId="5e0e8ca1-aad6-45fd-bfe1-42de3018897a" providerId="ADAL" clId="{5AD50774-E1A0-42C9-A479-DF0E2DCF6050}" dt="2025-02-26T03:19:23.926" v="208"/>
            <ac:spMkLst>
              <pc:docMk/>
              <pc:sldMasterMk cId="1541586642" sldId="2147483750"/>
              <pc:sldLayoutMk cId="1028316800" sldId="2147483758"/>
              <ac:spMk id="8" creationId="{096EFCF0-9353-A117-50A2-F790E47B861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5.731" v="209"/>
          <pc:sldLayoutMkLst>
            <pc:docMk/>
            <pc:sldMasterMk cId="1541586642" sldId="2147483750"/>
            <pc:sldLayoutMk cId="2255381956" sldId="2147483759"/>
          </pc:sldLayoutMkLst>
          <pc:spChg chg="add mod">
            <ac:chgData name="Guillaume Béland" userId="5e0e8ca1-aad6-45fd-bfe1-42de3018897a" providerId="ADAL" clId="{5AD50774-E1A0-42C9-A479-DF0E2DCF6050}" dt="2025-02-26T03:19:25.731" v="209"/>
            <ac:spMkLst>
              <pc:docMk/>
              <pc:sldMasterMk cId="1541586642" sldId="2147483750"/>
              <pc:sldLayoutMk cId="2255381956" sldId="2147483759"/>
              <ac:spMk id="8" creationId="{C21622FE-6E4F-18B3-534D-9AFFA7452D22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6.920" v="210"/>
          <pc:sldLayoutMkLst>
            <pc:docMk/>
            <pc:sldMasterMk cId="1541586642" sldId="2147483750"/>
            <pc:sldLayoutMk cId="1725090259" sldId="2147483760"/>
          </pc:sldLayoutMkLst>
          <pc:spChg chg="add mod">
            <ac:chgData name="Guillaume Béland" userId="5e0e8ca1-aad6-45fd-bfe1-42de3018897a" providerId="ADAL" clId="{5AD50774-E1A0-42C9-A479-DF0E2DCF6050}" dt="2025-02-26T03:19:26.920" v="210"/>
            <ac:spMkLst>
              <pc:docMk/>
              <pc:sldMasterMk cId="1541586642" sldId="2147483750"/>
              <pc:sldLayoutMk cId="1725090259" sldId="2147483760"/>
              <ac:spMk id="8" creationId="{E2CDAFE4-D0AA-FDB9-F325-0F2A563A5BC2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8.296" v="211"/>
          <pc:sldLayoutMkLst>
            <pc:docMk/>
            <pc:sldMasterMk cId="1541586642" sldId="2147483750"/>
            <pc:sldLayoutMk cId="2768428591" sldId="2147483761"/>
          </pc:sldLayoutMkLst>
          <pc:spChg chg="add mod">
            <ac:chgData name="Guillaume Béland" userId="5e0e8ca1-aad6-45fd-bfe1-42de3018897a" providerId="ADAL" clId="{5AD50774-E1A0-42C9-A479-DF0E2DCF6050}" dt="2025-02-26T03:19:28.296" v="211"/>
            <ac:spMkLst>
              <pc:docMk/>
              <pc:sldMasterMk cId="1541586642" sldId="2147483750"/>
              <pc:sldLayoutMk cId="2768428591" sldId="2147483761"/>
              <ac:spMk id="3" creationId="{A2280ADC-5AF6-838F-29BE-092BB21E94CA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9.040" v="212"/>
          <pc:sldLayoutMkLst>
            <pc:docMk/>
            <pc:sldMasterMk cId="1541586642" sldId="2147483750"/>
            <pc:sldLayoutMk cId="1698720458" sldId="2147483762"/>
          </pc:sldLayoutMkLst>
          <pc:spChg chg="add mod">
            <ac:chgData name="Guillaume Béland" userId="5e0e8ca1-aad6-45fd-bfe1-42de3018897a" providerId="ADAL" clId="{5AD50774-E1A0-42C9-A479-DF0E2DCF6050}" dt="2025-02-26T03:19:29.040" v="212"/>
            <ac:spMkLst>
              <pc:docMk/>
              <pc:sldMasterMk cId="1541586642" sldId="2147483750"/>
              <pc:sldLayoutMk cId="1698720458" sldId="2147483762"/>
              <ac:spMk id="3" creationId="{1C87D708-2748-5F01-941B-A48438108F8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0.491" v="213"/>
          <pc:sldLayoutMkLst>
            <pc:docMk/>
            <pc:sldMasterMk cId="1541586642" sldId="2147483750"/>
            <pc:sldLayoutMk cId="3948111289" sldId="2147483763"/>
          </pc:sldLayoutMkLst>
          <pc:spChg chg="add mod">
            <ac:chgData name="Guillaume Béland" userId="5e0e8ca1-aad6-45fd-bfe1-42de3018897a" providerId="ADAL" clId="{5AD50774-E1A0-42C9-A479-DF0E2DCF6050}" dt="2025-02-26T03:19:30.491" v="213"/>
            <ac:spMkLst>
              <pc:docMk/>
              <pc:sldMasterMk cId="1541586642" sldId="2147483750"/>
              <pc:sldLayoutMk cId="3948111289" sldId="2147483763"/>
              <ac:spMk id="3" creationId="{B54EA9BE-6CAD-1B1C-3E1B-681723DE70C5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1.498" v="214"/>
          <pc:sldLayoutMkLst>
            <pc:docMk/>
            <pc:sldMasterMk cId="1541586642" sldId="2147483750"/>
            <pc:sldLayoutMk cId="3097234824" sldId="2147483764"/>
          </pc:sldLayoutMkLst>
          <pc:spChg chg="add mod">
            <ac:chgData name="Guillaume Béland" userId="5e0e8ca1-aad6-45fd-bfe1-42de3018897a" providerId="ADAL" clId="{5AD50774-E1A0-42C9-A479-DF0E2DCF6050}" dt="2025-02-26T03:19:31.498" v="214"/>
            <ac:spMkLst>
              <pc:docMk/>
              <pc:sldMasterMk cId="1541586642" sldId="2147483750"/>
              <pc:sldLayoutMk cId="3097234824" sldId="2147483764"/>
              <ac:spMk id="2" creationId="{9CD88C64-9D16-3644-D7AA-ECBC80099A68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2.869" v="215"/>
          <pc:sldLayoutMkLst>
            <pc:docMk/>
            <pc:sldMasterMk cId="1541586642" sldId="2147483750"/>
            <pc:sldLayoutMk cId="2055662175" sldId="2147483765"/>
          </pc:sldLayoutMkLst>
          <pc:spChg chg="add mod">
            <ac:chgData name="Guillaume Béland" userId="5e0e8ca1-aad6-45fd-bfe1-42de3018897a" providerId="ADAL" clId="{5AD50774-E1A0-42C9-A479-DF0E2DCF6050}" dt="2025-02-26T03:19:32.869" v="215"/>
            <ac:spMkLst>
              <pc:docMk/>
              <pc:sldMasterMk cId="1541586642" sldId="2147483750"/>
              <pc:sldLayoutMk cId="2055662175" sldId="2147483765"/>
              <ac:spMk id="2" creationId="{E87FDB09-E42C-296B-B3B9-836E539EC193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4.097" v="216"/>
          <pc:sldLayoutMkLst>
            <pc:docMk/>
            <pc:sldMasterMk cId="1541586642" sldId="2147483750"/>
            <pc:sldLayoutMk cId="650959270" sldId="2147483766"/>
          </pc:sldLayoutMkLst>
          <pc:spChg chg="add mod">
            <ac:chgData name="Guillaume Béland" userId="5e0e8ca1-aad6-45fd-bfe1-42de3018897a" providerId="ADAL" clId="{5AD50774-E1A0-42C9-A479-DF0E2DCF6050}" dt="2025-02-26T03:19:34.097" v="216"/>
            <ac:spMkLst>
              <pc:docMk/>
              <pc:sldMasterMk cId="1541586642" sldId="2147483750"/>
              <pc:sldLayoutMk cId="650959270" sldId="2147483766"/>
              <ac:spMk id="7" creationId="{643B10C5-D0F5-C8D8-AA26-0339B6B1C6E3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5.014" v="217"/>
          <pc:sldLayoutMkLst>
            <pc:docMk/>
            <pc:sldMasterMk cId="1541586642" sldId="2147483750"/>
            <pc:sldLayoutMk cId="3985997075" sldId="2147483767"/>
          </pc:sldLayoutMkLst>
          <pc:spChg chg="add mod">
            <ac:chgData name="Guillaume Béland" userId="5e0e8ca1-aad6-45fd-bfe1-42de3018897a" providerId="ADAL" clId="{5AD50774-E1A0-42C9-A479-DF0E2DCF6050}" dt="2025-02-26T03:19:35.014" v="217"/>
            <ac:spMkLst>
              <pc:docMk/>
              <pc:sldMasterMk cId="1541586642" sldId="2147483750"/>
              <pc:sldLayoutMk cId="3985997075" sldId="2147483767"/>
              <ac:spMk id="7" creationId="{2E5677A9-27B1-8B52-0EB4-CE56D577AD2A}"/>
            </ac:spMkLst>
          </pc:spChg>
        </pc:sldLayoutChg>
      </pc:sldMasterChg>
    </pc:docChg>
  </pc:docChgLst>
  <pc:docChgLst>
    <pc:chgData name="Maxence Jacob-Laforce" userId="S::jacm1804@usherbrooke.ca::bf715c67-37ba-46c9-a296-ad9454d24cd9" providerId="AD" clId="Web-{CC8CE06E-79D5-4521-BD2F-70DF7F0C185B}"/>
    <pc:docChg chg="addSld delSld modSld sldOrd">
      <pc:chgData name="Maxence Jacob-Laforce" userId="S::jacm1804@usherbrooke.ca::bf715c67-37ba-46c9-a296-ad9454d24cd9" providerId="AD" clId="Web-{CC8CE06E-79D5-4521-BD2F-70DF7F0C185B}" dt="2025-02-26T04:50:32.448" v="44" actId="20577"/>
      <pc:docMkLst>
        <pc:docMk/>
      </pc:docMkLst>
      <pc:sldChg chg="modSp">
        <pc:chgData name="Maxence Jacob-Laforce" userId="S::jacm1804@usherbrooke.ca::bf715c67-37ba-46c9-a296-ad9454d24cd9" providerId="AD" clId="Web-{CC8CE06E-79D5-4521-BD2F-70DF7F0C185B}" dt="2025-02-26T03:30:58.476" v="16" actId="20577"/>
        <pc:sldMkLst>
          <pc:docMk/>
          <pc:sldMk cId="1879701803" sldId="262"/>
        </pc:sldMkLst>
        <pc:spChg chg="mod">
          <ac:chgData name="Maxence Jacob-Laforce" userId="S::jacm1804@usherbrooke.ca::bf715c67-37ba-46c9-a296-ad9454d24cd9" providerId="AD" clId="Web-{CC8CE06E-79D5-4521-BD2F-70DF7F0C185B}" dt="2025-02-26T03:30:58.476" v="16" actId="20577"/>
          <ac:spMkLst>
            <pc:docMk/>
            <pc:sldMk cId="1879701803" sldId="262"/>
            <ac:spMk id="3" creationId="{1FFC520F-4419-90FA-D3D2-DC5E987F2555}"/>
          </ac:spMkLst>
        </pc:spChg>
      </pc:sldChg>
      <pc:sldChg chg="modSp new del ord">
        <pc:chgData name="Maxence Jacob-Laforce" userId="S::jacm1804@usherbrooke.ca::bf715c67-37ba-46c9-a296-ad9454d24cd9" providerId="AD" clId="Web-{CC8CE06E-79D5-4521-BD2F-70DF7F0C185B}" dt="2025-02-26T03:30:28.195" v="4"/>
        <pc:sldMkLst>
          <pc:docMk/>
          <pc:sldMk cId="2916995228" sldId="269"/>
        </pc:sldMkLst>
        <pc:spChg chg="mod">
          <ac:chgData name="Maxence Jacob-Laforce" userId="S::jacm1804@usherbrooke.ca::bf715c67-37ba-46c9-a296-ad9454d24cd9" providerId="AD" clId="Web-{CC8CE06E-79D5-4521-BD2F-70DF7F0C185B}" dt="2025-02-26T03:26:01.956" v="2" actId="20577"/>
          <ac:spMkLst>
            <pc:docMk/>
            <pc:sldMk cId="2916995228" sldId="269"/>
            <ac:spMk id="2" creationId="{492B74AA-D475-3D03-318F-51BD30B38148}"/>
          </ac:spMkLst>
        </pc:spChg>
      </pc:sldChg>
      <pc:sldChg chg="modSp">
        <pc:chgData name="Maxence Jacob-Laforce" userId="S::jacm1804@usherbrooke.ca::bf715c67-37ba-46c9-a296-ad9454d24cd9" providerId="AD" clId="Web-{CC8CE06E-79D5-4521-BD2F-70DF7F0C185B}" dt="2025-02-26T04:50:32.448" v="44" actId="20577"/>
        <pc:sldMkLst>
          <pc:docMk/>
          <pc:sldMk cId="3300780283" sldId="270"/>
        </pc:sldMkLst>
        <pc:spChg chg="mod">
          <ac:chgData name="Maxence Jacob-Laforce" userId="S::jacm1804@usherbrooke.ca::bf715c67-37ba-46c9-a296-ad9454d24cd9" providerId="AD" clId="Web-{CC8CE06E-79D5-4521-BD2F-70DF7F0C185B}" dt="2025-02-26T04:50:32.448" v="44" actId="20577"/>
          <ac:spMkLst>
            <pc:docMk/>
            <pc:sldMk cId="3300780283" sldId="270"/>
            <ac:spMk id="3" creationId="{80AD043C-3BC7-E14F-88E5-F256793A2C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27C12-9DB0-4271-8347-76C5931B0057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CD018-0B8C-4F3A-8982-34B9E7D82A5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587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Hugo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8883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Hugo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2931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Guillaume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6486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Remi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03099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Guillaume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5564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err="1"/>
              <a:t>Same</a:t>
            </a: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424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Hugo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0529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Justin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3360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7004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E06C79-A2D5-B173-6FD5-2C3783D74653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313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C04B74-EBF2-4465-BCAD-51591FF04317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3966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0BF9BC4-9E4C-A64F-A4FD-D18DF65CCEDC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4002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35D0AD4-644A-75E7-EABB-A818F15FA9D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213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ABDEB3-9B8E-D995-B005-846CFF1F49EB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431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2A0A9C-9905-B21A-A096-616380BC9BE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184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2F95627-BD22-DF90-FBCC-45646DE370C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0695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6EFCF0-9353-A117-50A2-F790E47B861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831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21622FE-6E4F-18B3-534D-9AFFA7452D22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5538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2CDAFE4-D0AA-FDB9-F325-0F2A563A5BC2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509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2280ADC-5AF6-838F-29BE-092BB21E94CA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8428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C87D708-2748-5F01-941B-A48438108F8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8720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4EA9BE-6CAD-1B1C-3E1B-681723DE70C5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8111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CD88C64-9D16-3644-D7AA-ECBC80099A68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97234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87FDB09-E42C-296B-B3B9-836E539EC193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5662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3B10C5-D0F5-C8D8-AA26-0339B6B1C6E3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0959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E5677A9-27B1-8B52-0EB4-CE56D577AD2A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599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31E7F-5A03-3A4D-B93C-19EE8EE43486}" type="datetimeFigureOut">
              <a:rPr lang="fr-CA" smtClean="0"/>
              <a:t>2025-02-26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15866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17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1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7.png"/><Relationship Id="rId5" Type="http://schemas.microsoft.com/office/2007/relationships/media" Target="../media/media3.mp4"/><Relationship Id="rId10" Type="http://schemas.openxmlformats.org/officeDocument/2006/relationships/notesSlide" Target="../notesSlides/notesSlide9.xml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DCE1EF-F348-2192-5317-E4F3C6805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A"/>
              <a:t>Livraison 1 – </a:t>
            </a:r>
            <a:r>
              <a:rPr lang="fr-CA" err="1"/>
              <a:t>GimbUS</a:t>
            </a:r>
            <a:r>
              <a:rPr lang="fr-CA"/>
              <a:t> 2000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C55DE5C7-F649-C3BE-F051-565CCA257B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/>
              <a:t>Équipe 4</a:t>
            </a:r>
          </a:p>
        </p:txBody>
      </p:sp>
    </p:spTree>
    <p:extLst>
      <p:ext uri="{BB962C8B-B14F-4D97-AF65-F5344CB8AC3E}">
        <p14:creationId xmlns:p14="http://schemas.microsoft.com/office/powerpoint/2010/main" val="60072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7CFD06-1A6B-2CC6-2677-32119C2A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la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EB7716-64B7-FC94-5368-2BAD98B0B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CA"/>
              <a:t>Présentation du projet et objectifs  </a:t>
            </a:r>
          </a:p>
          <a:p>
            <a:pPr marL="514350" indent="-514350">
              <a:buFont typeface="+mj-lt"/>
              <a:buAutoNum type="arabicPeriod"/>
            </a:pPr>
            <a:r>
              <a:rPr lang="fr-CA"/>
              <a:t>Mécanique</a:t>
            </a:r>
          </a:p>
          <a:p>
            <a:pPr marL="514350" indent="-514350">
              <a:buFont typeface="+mj-lt"/>
              <a:buAutoNum type="arabicPeriod"/>
            </a:pPr>
            <a:r>
              <a:rPr lang="fr-CA"/>
              <a:t>Électronique </a:t>
            </a:r>
          </a:p>
          <a:p>
            <a:pPr marL="514350" indent="-514350">
              <a:buFont typeface="+mj-lt"/>
              <a:buAutoNum type="arabicPeriod"/>
            </a:pPr>
            <a:r>
              <a:rPr lang="fr-CA"/>
              <a:t>Informatique</a:t>
            </a:r>
          </a:p>
          <a:p>
            <a:pPr marL="514350" indent="-514350">
              <a:buFont typeface="+mj-lt"/>
              <a:buAutoNum type="arabicPeriod"/>
            </a:pPr>
            <a:r>
              <a:rPr lang="fr-CA"/>
              <a:t>Prochain sprint</a:t>
            </a:r>
          </a:p>
          <a:p>
            <a:pPr marL="514350" indent="-514350">
              <a:buFont typeface="+mj-lt"/>
              <a:buAutoNum type="arabicPeriod"/>
            </a:pP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59430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9FF5D4-69BD-79E7-AE5F-77E831E1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Grave Problème de société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37ACF-8141-A16A-6CA0-F27A81D17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Image 3" descr="Une image contenant habits, personne, jeans, mur&#10;&#10;Description générée automatiquement">
            <a:extLst>
              <a:ext uri="{FF2B5EF4-FFF2-40B4-BE49-F238E27FC236}">
                <a16:creationId xmlns:a16="http://schemas.microsoft.com/office/drawing/2014/main" id="{8AC357E6-B6BF-4CD4-B8BC-FCE722F24F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68"/>
          <a:stretch/>
        </p:blipFill>
        <p:spPr bwMode="auto">
          <a:xfrm>
            <a:off x="1078483" y="2249487"/>
            <a:ext cx="9839073" cy="334277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7069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 -0.01 0.014 -0.021 0.021 -0.035 C 0.04 -0.075 0.045 -0.114 0.031 -0.12 C 0.017 -0.127 -0.01 -0.099 -0.029 -0.059 C -0.039 -0.038 -0.045 -0.018 -0.047 -0.003 C -0.05 0.009 -0.051 0.021 -0.051 0.035 C -0.051 0.08 -0.038 0.117 -0.023 0.117 C -0.008 0.117 0.005 0.08 0.005 0.035 C 0.005 0.014 0.002 -0.006 -0.003 -0.02 C -0.005 -0.032 -0.01 -0.045 -0.016 -0.058 C -0.036 -0.099 -0.063 -0.127 -0.077 -0.12 C -0.091 -0.113 -0.086 -0.075 -0.066 -0.034 C -0.058 -0.015 -0.047 0.001 -0.036 0.012 C -0.028 0.022 -0.019 0.031 -0.007 0.04 C 0.029 0.069 0.065 0.082 0.075 0.07 C 0.084 0.058 0.064 0.025 0.028 -0.003 C 0.013 -0.015 -0.003 -0.024 -0.016 -0.03 C -0.028 -0.036 -0.043 -0.041 -0.059 -0.044 C -0.103 -0.054 -0.141 -0.051 -0.144 -0.035 C -0.148 -0.02 -0.115 0 -0.071 0.01 C -0.051 0.014 -0.032 0.016 -0.017 0.015 C -0.004 0.015 0.01 0.013 0.025 0.01 C 0.069 0 0.102 -0.021 0.098 -0.036 C 0.095 -0.051 0.057 -0.055 0.013 -0.045 C -0.008 -0.04 -0.027 -0.033 -0.04 -0.025 C -0.051 -0.019 -0.062 -0.012 -0.074 -0.003 C -0.109 0.026 -0.13 0.058 -0.12 0.07 C -0.111 0.082 -0.074 0.069 -0.039 0.041 C -0.022 0.027 -0.008 0.01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 -0.01 0.014 -0.021 0.021 -0.035 C 0.04 -0.075 0.045 -0.114 0.031 -0.12 C 0.017 -0.127 -0.01 -0.099 -0.029 -0.059 C -0.039 -0.038 -0.045 -0.018 -0.047 -0.003 C -0.05 0.009 -0.051 0.021 -0.051 0.035 C -0.051 0.08 -0.038 0.117 -0.023 0.117 C -0.008 0.117 0.005 0.08 0.005 0.035 C 0.005 0.014 0.002 -0.006 -0.003 -0.02 C -0.005 -0.032 -0.01 -0.045 -0.016 -0.058 C -0.036 -0.099 -0.063 -0.127 -0.077 -0.12 C -0.091 -0.113 -0.086 -0.075 -0.066 -0.034 C -0.058 -0.015 -0.047 0.001 -0.036 0.012 C -0.028 0.022 -0.019 0.031 -0.007 0.04 C 0.029 0.069 0.065 0.082 0.075 0.07 C 0.084 0.058 0.064 0.025 0.028 -0.003 C 0.013 -0.015 -0.003 -0.024 -0.016 -0.03 C -0.028 -0.036 -0.043 -0.041 -0.059 -0.044 C -0.103 -0.054 -0.141 -0.051 -0.144 -0.035 C -0.148 -0.02 -0.115 0 -0.071 0.01 C -0.051 0.014 -0.032 0.016 -0.017 0.015 C -0.004 0.015 0.01 0.013 0.025 0.01 C 0.069 0 0.102 -0.021 0.098 -0.036 C 0.095 -0.051 0.057 -0.055 0.013 -0.045 C -0.008 -0.04 -0.027 -0.033 -0.04 -0.025 C -0.051 -0.019 -0.062 -0.012 -0.074 -0.003 C -0.109 0.026 -0.13 0.058 -0.12 0.07 C -0.111 0.082 -0.074 0.069 -0.039 0.041 C -0.022 0.027 -0.008 0.013 0 0 Z" pathEditMode="relative" ptsTypes="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2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 -0.01 0.014 -0.021 0.021 -0.035 C 0.04 -0.075 0.045 -0.114 0.031 -0.12 C 0.017 -0.127 -0.01 -0.099 -0.029 -0.059 C -0.039 -0.038 -0.045 -0.018 -0.047 -0.003 C -0.05 0.009 -0.051 0.021 -0.051 0.035 C -0.051 0.08 -0.038 0.117 -0.023 0.117 C -0.008 0.117 0.005 0.08 0.005 0.035 C 0.005 0.014 0.002 -0.006 -0.003 -0.02 C -0.005 -0.032 -0.01 -0.045 -0.016 -0.058 C -0.036 -0.099 -0.063 -0.127 -0.077 -0.12 C -0.091 -0.113 -0.086 -0.075 -0.066 -0.034 C -0.058 -0.015 -0.047 0.001 -0.036 0.012 C -0.028 0.022 -0.019 0.031 -0.007 0.04 C 0.029 0.069 0.065 0.082 0.075 0.07 C 0.084 0.058 0.064 0.025 0.028 -0.003 C 0.013 -0.015 -0.003 -0.024 -0.016 -0.03 C -0.028 -0.036 -0.043 -0.041 -0.059 -0.044 C -0.103 -0.054 -0.141 -0.051 -0.144 -0.035 C -0.148 -0.02 -0.115 0 -0.071 0.01 C -0.051 0.014 -0.032 0.016 -0.017 0.015 C -0.004 0.015 0.01 0.013 0.025 0.01 C 0.069 0 0.102 -0.021 0.098 -0.036 C 0.095 -0.051 0.057 -0.055 0.013 -0.045 C -0.008 -0.04 -0.027 -0.033 -0.04 -0.025 C -0.051 -0.019 -0.062 -0.012 -0.074 -0.003 C -0.109 0.026 -0.13 0.058 -0.12 0.07 C -0.111 0.082 -0.074 0.069 -0.039 0.041 C -0.022 0.027 -0.008 0.013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2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7037E-7 C 0.01797 -0.02454 0.03607 -0.05185 0.05391 -0.08588 C 0.10274 -0.18449 0.11576 -0.27986 0.07956 -0.29491 C 0.04362 -0.3125 -0.02591 -0.24352 -0.07474 -0.14537 C -0.10052 -0.09329 -0.11601 -0.04444 -0.12083 -0.00741 C -0.12864 0.02222 -0.13125 0.05162 -0.13125 0.08588 C -0.13125 0.19676 -0.09779 0.28727 -0.05924 0.28727 C -0.02044 0.28727 0.01263 0.19676 0.01263 0.08588 C 0.01263 0.03403 0.00482 -0.01505 -0.00781 -0.04907 C -0.01289 -0.0787 -0.02591 -0.11042 -0.04127 -0.14306 C -0.09258 -0.24352 -0.16211 -0.3125 -0.19792 -0.29491 C -0.23398 -0.27755 -0.22096 -0.18449 -0.16992 -0.08357 C -0.14909 -0.03727 -0.12083 0.00231 -0.09258 0.0294 C -0.07213 0.05393 -0.04909 0.07616 -0.01823 0.09838 C 0.07448 0.16944 0.16693 0.20116 0.19271 0.17176 C 0.21576 0.14282 0.16458 0.06134 0.07188 -0.00741 C 0.03346 -0.03727 -0.00781 -0.05949 -0.04127 -0.07407 C -0.07213 -0.08889 -0.11055 -0.10093 -0.15169 -0.1081 C -0.26484 -0.13264 -0.36263 -0.12546 -0.37044 -0.08588 C -0.3806 -0.04907 -0.2957 3.7037E-7 -0.18255 0.02454 C -0.13125 0.03403 -0.08255 0.03912 -0.04388 0.03681 C -0.01042 0.03681 0.02565 0.03171 0.06406 0.02454 C 0.17734 3.7037E-7 0.26198 -0.05185 0.25195 -0.08889 C 0.2444 -0.12546 0.14662 -0.13542 0.03346 -0.11042 C -0.02044 -0.09861 -0.0694 -0.08125 -0.10286 -0.06134 C -0.13125 -0.04676 -0.1595 -0.02963 -0.19036 -0.00741 C -0.28034 0.06366 -0.33424 0.14282 -0.30872 0.17176 C -0.28529 0.20116 -0.19036 0.16944 -0.10052 0.10069 C -0.05664 0.06667 -0.02044 0.03171 -1.04167E-6 3.7037E-7 Z " pathEditMode="relative" rAng="0" ptsTypes="AAAAAAAAAAAAAAAAAAAAAAAAAAAAA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37" y="-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2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7.40741E-7 C 0.01966 -0.02963 0.03958 -0.06227 0.05898 -0.10347 C 0.11224 -0.22176 0.12656 -0.3368 0.08711 -0.3544 C 0.04805 -0.37616 -0.02826 -0.29282 -0.08177 -0.17454 C -0.10977 -0.11227 -0.12669 -0.05347 -0.13229 -0.00903 C -0.14076 0.02639 -0.14336 0.06227 -0.14336 0.10324 C -0.14336 0.23657 -0.1069 0.34583 -0.06484 0.34583 C -0.0224 0.34583 0.0138 0.23657 0.0138 0.10324 C 0.0138 0.04097 0.00547 -0.01782 -0.00833 -0.05903 C -0.0138 -0.09444 -0.02826 -0.13287 -0.04492 -0.17176 C -0.10091 -0.29282 -0.17721 -0.37616 -0.21641 -0.3544 C -0.25586 -0.3338 -0.24167 -0.22176 -0.18568 -0.10069 C -0.16289 -0.04468 -0.13229 0.00255 -0.10091 0.03542 C -0.07878 0.06482 -0.05352 0.09144 -0.01979 0.11829 C 0.08164 0.2037 0.18255 0.2419 0.21068 0.20648 C 0.23607 0.17153 0.18008 0.07361 0.07864 -0.00903 C 0.03659 -0.04468 -0.00833 -0.0713 -0.04492 -0.08889 C -0.07878 -0.10694 -0.12083 -0.1213 -0.16576 -0.13009 C -0.28958 -0.15949 -0.39636 -0.15046 -0.40469 -0.10347 C -0.41628 -0.05903 -0.32331 -7.40741E-7 -0.19935 0.02917 C -0.14336 0.04097 -0.09011 0.04722 -0.04792 0.04421 C -0.01133 0.04421 0.02812 0.0382 0.07031 0.02917 C 0.19401 -7.40741E-7 0.28659 -0.06227 0.27565 -0.10694 C 0.26719 -0.15046 0.16016 -0.16296 0.03659 -0.13287 C -0.0224 -0.11852 -0.07578 -0.09815 -0.11224 -0.07407 C -0.14336 -0.05625 -0.17422 -0.03588 -0.20794 -0.00903 C -0.30638 0.07639 -0.36524 0.17153 -0.33763 0.20648 C -0.31185 0.2419 -0.20794 0.2037 -0.10977 0.12083 C -0.06185 0.07986 -0.0224 0.0382 1.04167E-6 -7.40741E-7 Z " pathEditMode="relative" rAng="0" ptsTypes="AAAAAAAAAAAAAAAAAAAAAAAAAAAAA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71" y="-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" presetID="2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 -0.01 0.014 -0.021 0.021 -0.035 C 0.04 -0.075 0.045 -0.114 0.031 -0.12 C 0.017 -0.127 -0.01 -0.099 -0.029 -0.059 C -0.039 -0.038 -0.045 -0.018 -0.047 -0.003 C -0.05 0.009 -0.051 0.021 -0.051 0.035 C -0.051 0.08 -0.038 0.117 -0.023 0.117 C -0.008 0.117 0.005 0.08 0.005 0.035 C 0.005 0.014 0.002 -0.006 -0.003 -0.02 C -0.005 -0.032 -0.01 -0.045 -0.016 -0.058 C -0.036 -0.099 -0.063 -0.127 -0.077 -0.12 C -0.091 -0.113 -0.086 -0.075 -0.066 -0.034 C -0.058 -0.015 -0.047 0.001 -0.036 0.012 C -0.028 0.022 -0.019 0.031 -0.007 0.04 C 0.029 0.069 0.065 0.082 0.075 0.07 C 0.084 0.058 0.064 0.025 0.028 -0.003 C 0.013 -0.015 -0.003 -0.024 -0.016 -0.03 C -0.028 -0.036 -0.043 -0.041 -0.059 -0.044 C -0.103 -0.054 -0.141 -0.051 -0.144 -0.035 C -0.148 -0.02 -0.115 0 -0.071 0.01 C -0.051 0.014 -0.032 0.016 -0.017 0.015 C -0.004 0.015 0.01 0.013 0.025 0.01 C 0.069 0 0.102 -0.021 0.098 -0.036 C 0.095 -0.051 0.057 -0.055 0.013 -0.045 C -0.008 -0.04 -0.027 -0.033 -0.04 -0.025 C -0.051 -0.019 -0.062 -0.012 -0.074 -0.003 C -0.109 0.026 -0.13 0.058 -0.12 0.07 C -0.111 0.082 -0.074 0.069 -0.039 0.041 C -0.022 0.027 -0.008 0.013 0 0 Z" pathEditMode="relative" ptsTypes="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8DDFD-6981-CA8A-2AF1-795CE377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3855E6-DF17-79A4-DB71-E71392608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fr-CA"/>
          </a:p>
          <a:p>
            <a:r>
              <a:rPr lang="fr-CA" err="1"/>
              <a:t>Gimbal</a:t>
            </a:r>
            <a:r>
              <a:rPr lang="fr-CA"/>
              <a:t> 3 axes:</a:t>
            </a:r>
          </a:p>
          <a:p>
            <a:pPr lvl="1"/>
            <a:r>
              <a:rPr lang="fr-CA"/>
              <a:t>Stabilisation d’une caméra </a:t>
            </a:r>
          </a:p>
          <a:p>
            <a:pPr lvl="1"/>
            <a:r>
              <a:rPr lang="fr-CA"/>
              <a:t>Cadrage actif d’un point d’intérêt</a:t>
            </a:r>
          </a:p>
          <a:p>
            <a:pPr lvl="1"/>
            <a:r>
              <a:rPr lang="fr-CA"/>
              <a:t>Interface de contrôle</a:t>
            </a:r>
          </a:p>
        </p:txBody>
      </p:sp>
      <p:pic>
        <p:nvPicPr>
          <p:cNvPr id="1028" name="Picture 4" descr="Gimbal PNG Transparent Images Free Download | Vector Files | Pngtree">
            <a:extLst>
              <a:ext uri="{FF2B5EF4-FFF2-40B4-BE49-F238E27FC236}">
                <a16:creationId xmlns:a16="http://schemas.microsoft.com/office/drawing/2014/main" id="{C938A229-A92B-D417-5BDE-D3FDDD612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897" y="-475959"/>
            <a:ext cx="6880104" cy="688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20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57F8FD-A730-4C80-9518-94BBAE96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Objectifs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C699B1-A656-BE87-1B9D-9F9652031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Stabiliser activement une caméra </a:t>
            </a:r>
          </a:p>
          <a:p>
            <a:r>
              <a:rPr lang="fr-CA"/>
              <a:t>Développer un mode de suivi automatique</a:t>
            </a:r>
          </a:p>
          <a:p>
            <a:r>
              <a:rPr lang="fr-CA"/>
              <a:t>Concevoir une structure mécanique optimisée</a:t>
            </a:r>
          </a:p>
          <a:p>
            <a:r>
              <a:rPr lang="fr-CA"/>
              <a:t>Créer une interface de contrôle intuitive</a:t>
            </a:r>
          </a:p>
          <a:p>
            <a:r>
              <a:rPr lang="fr-CA"/>
              <a:t>Implémenter et optimiser un algorithme de stabilisation </a:t>
            </a:r>
          </a:p>
          <a:p>
            <a:r>
              <a:rPr lang="fr-CA"/>
              <a:t>Tester et valider la performance du système</a:t>
            </a:r>
          </a:p>
        </p:txBody>
      </p:sp>
    </p:spTree>
    <p:extLst>
      <p:ext uri="{BB962C8B-B14F-4D97-AF65-F5344CB8AC3E}">
        <p14:creationId xmlns:p14="http://schemas.microsoft.com/office/powerpoint/2010/main" val="92601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8F418B4A-1006-AFC9-2713-8880E98A1FB2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6097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Mécanique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861C3D31-654B-658B-012C-BA3204ECD3E0}"/>
              </a:ext>
            </a:extLst>
          </p:cNvPr>
          <p:cNvSpPr txBox="1">
            <a:spLocks/>
          </p:cNvSpPr>
          <p:nvPr/>
        </p:nvSpPr>
        <p:spPr>
          <a:xfrm>
            <a:off x="1141413" y="1745618"/>
            <a:ext cx="5995988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Minimiser</a:t>
            </a:r>
            <a:r>
              <a:rPr lang="en-US"/>
              <a:t> la taille</a:t>
            </a:r>
          </a:p>
          <a:p>
            <a:r>
              <a:rPr lang="en-US" err="1"/>
              <a:t>Tenir</a:t>
            </a:r>
            <a:r>
              <a:rPr lang="en-US"/>
              <a:t> la camera </a:t>
            </a:r>
            <a:r>
              <a:rPr lang="en-US" err="1"/>
              <a:t>efficacement</a:t>
            </a:r>
            <a:endParaRPr lang="en-US"/>
          </a:p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392D52-4DF3-4C53-93BE-275941E029D6}"/>
              </a:ext>
            </a:extLst>
          </p:cNvPr>
          <p:cNvSpPr/>
          <p:nvPr/>
        </p:nvSpPr>
        <p:spPr>
          <a:xfrm>
            <a:off x="5554435" y="307352"/>
            <a:ext cx="2743200" cy="2743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FA39C5E-830B-8DAD-1251-36749ADD07F4}"/>
              </a:ext>
            </a:extLst>
          </p:cNvPr>
          <p:cNvGrpSpPr/>
          <p:nvPr/>
        </p:nvGrpSpPr>
        <p:grpSpPr>
          <a:xfrm>
            <a:off x="8909035" y="2057400"/>
            <a:ext cx="2743200" cy="2743200"/>
            <a:chOff x="9040228" y="1079146"/>
            <a:chExt cx="2743200" cy="2743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64A5D8-C232-6EB3-2480-9C9AC9AD9917}"/>
                </a:ext>
              </a:extLst>
            </p:cNvPr>
            <p:cNvSpPr/>
            <p:nvPr/>
          </p:nvSpPr>
          <p:spPr>
            <a:xfrm>
              <a:off x="9040228" y="1079146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CF758184-4A96-2E5C-B913-1C9A58D81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19049" y="1134145"/>
              <a:ext cx="2185557" cy="2633202"/>
            </a:xfrm>
            <a:prstGeom prst="rect">
              <a:avLst/>
            </a:prstGeom>
          </p:spPr>
        </p:pic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D6DC49B-AD77-9826-407B-5838A963AFC0}"/>
              </a:ext>
            </a:extLst>
          </p:cNvPr>
          <p:cNvGrpSpPr/>
          <p:nvPr/>
        </p:nvGrpSpPr>
        <p:grpSpPr>
          <a:xfrm>
            <a:off x="5554435" y="3604025"/>
            <a:ext cx="2743200" cy="2743200"/>
            <a:chOff x="5237422" y="3562144"/>
            <a:chExt cx="2743200" cy="2743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585832-B111-DFE0-F682-9F68EE4FF211}"/>
                </a:ext>
              </a:extLst>
            </p:cNvPr>
            <p:cNvSpPr/>
            <p:nvPr/>
          </p:nvSpPr>
          <p:spPr>
            <a:xfrm>
              <a:off x="5237422" y="3562144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5E9018E5-D7A4-76D0-F58E-B38A20CDE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87396" y="3754875"/>
              <a:ext cx="2443251" cy="2357737"/>
            </a:xfrm>
            <a:prstGeom prst="rect">
              <a:avLst/>
            </a:prstGeom>
          </p:spPr>
        </p:pic>
      </p:grpSp>
      <p:pic>
        <p:nvPicPr>
          <p:cNvPr id="15" name="097183a7-430b-4a54-9f18-d7285d8e9508">
            <a:hlinkClick r:id="" action="ppaction://media"/>
            <a:extLst>
              <a:ext uri="{FF2B5EF4-FFF2-40B4-BE49-F238E27FC236}">
                <a16:creationId xmlns:a16="http://schemas.microsoft.com/office/drawing/2014/main" id="{5E43FF4A-324B-6BEB-D007-148F839508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t="19146" b="13869"/>
          <a:stretch/>
        </p:blipFill>
        <p:spPr>
          <a:xfrm>
            <a:off x="1741506" y="3126535"/>
            <a:ext cx="2802669" cy="3337546"/>
          </a:xfrm>
          <a:prstGeom prst="rect">
            <a:avLst/>
          </a:prstGeom>
        </p:spPr>
      </p:pic>
      <p:sp>
        <p:nvSpPr>
          <p:cNvPr id="16" name="Flèche : virage 15">
            <a:extLst>
              <a:ext uri="{FF2B5EF4-FFF2-40B4-BE49-F238E27FC236}">
                <a16:creationId xmlns:a16="http://schemas.microsoft.com/office/drawing/2014/main" id="{4BEE4011-7D3C-6576-AE29-21DCFAC2815A}"/>
              </a:ext>
            </a:extLst>
          </p:cNvPr>
          <p:cNvSpPr/>
          <p:nvPr/>
        </p:nvSpPr>
        <p:spPr>
          <a:xfrm rot="5400000">
            <a:off x="9107305" y="221280"/>
            <a:ext cx="990892" cy="2446931"/>
          </a:xfrm>
          <a:prstGeom prst="bentArrow">
            <a:avLst>
              <a:gd name="adj1" fmla="val 25000"/>
              <a:gd name="adj2" fmla="val 47894"/>
              <a:gd name="adj3" fmla="val 35566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sp>
        <p:nvSpPr>
          <p:cNvPr id="17" name="Flèche : virage 16">
            <a:extLst>
              <a:ext uri="{FF2B5EF4-FFF2-40B4-BE49-F238E27FC236}">
                <a16:creationId xmlns:a16="http://schemas.microsoft.com/office/drawing/2014/main" id="{7114FEFD-26B5-1C67-5DF7-C36B0E8BD91F}"/>
              </a:ext>
            </a:extLst>
          </p:cNvPr>
          <p:cNvSpPr/>
          <p:nvPr/>
        </p:nvSpPr>
        <p:spPr>
          <a:xfrm rot="10800000">
            <a:off x="8447609" y="4917807"/>
            <a:ext cx="2002885" cy="1236685"/>
          </a:xfrm>
          <a:prstGeom prst="bentArrow">
            <a:avLst>
              <a:gd name="adj1" fmla="val 25000"/>
              <a:gd name="adj2" fmla="val 36041"/>
              <a:gd name="adj3" fmla="val 33308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B85FF7D-5740-4D93-8E17-629525E7B3F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925"/>
          <a:stretch/>
        </p:blipFill>
        <p:spPr>
          <a:xfrm>
            <a:off x="5597655" y="365780"/>
            <a:ext cx="2656758" cy="262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0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2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8F418B4A-1006-AFC9-2713-8880E98A1FB2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6097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Mécanique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861C3D31-654B-658B-012C-BA3204ECD3E0}"/>
              </a:ext>
            </a:extLst>
          </p:cNvPr>
          <p:cNvSpPr txBox="1">
            <a:spLocks/>
          </p:cNvSpPr>
          <p:nvPr/>
        </p:nvSpPr>
        <p:spPr>
          <a:xfrm>
            <a:off x="1141413" y="1745618"/>
            <a:ext cx="5995988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Tenir</a:t>
            </a:r>
            <a:r>
              <a:rPr lang="en-US"/>
              <a:t> le prototype</a:t>
            </a:r>
          </a:p>
          <a:p>
            <a:r>
              <a:rPr lang="en-US" err="1"/>
              <a:t>Intégration</a:t>
            </a:r>
            <a:r>
              <a:rPr lang="en-US"/>
              <a:t> des circuits </a:t>
            </a:r>
            <a:br>
              <a:rPr lang="en-US"/>
            </a:br>
            <a:r>
              <a:rPr lang="en-US"/>
              <a:t>dans la </a:t>
            </a:r>
            <a:r>
              <a:rPr lang="en-US" err="1"/>
              <a:t>poignée</a:t>
            </a:r>
            <a:endParaRPr lang="en-US"/>
          </a:p>
          <a:p>
            <a:r>
              <a:rPr lang="en-US"/>
              <a:t>Facile </a:t>
            </a:r>
            <a:r>
              <a:rPr lang="en-US" err="1"/>
              <a:t>d’accès</a:t>
            </a:r>
            <a:r>
              <a:rPr lang="en-US"/>
              <a:t> et </a:t>
            </a:r>
            <a:br>
              <a:rPr lang="en-US"/>
            </a:br>
            <a:r>
              <a:rPr lang="en-US"/>
              <a:t>rangement des </a:t>
            </a:r>
            <a:r>
              <a:rPr lang="en-US" err="1"/>
              <a:t>fils</a:t>
            </a:r>
            <a:endParaRPr lang="en-US"/>
          </a:p>
          <a:p>
            <a:endParaRPr lang="en-US"/>
          </a:p>
        </p:txBody>
      </p:sp>
      <p:sp>
        <p:nvSpPr>
          <p:cNvPr id="16" name="Flèche : virage 15">
            <a:extLst>
              <a:ext uri="{FF2B5EF4-FFF2-40B4-BE49-F238E27FC236}">
                <a16:creationId xmlns:a16="http://schemas.microsoft.com/office/drawing/2014/main" id="{4BEE4011-7D3C-6576-AE29-21DCFAC2815A}"/>
              </a:ext>
            </a:extLst>
          </p:cNvPr>
          <p:cNvSpPr/>
          <p:nvPr/>
        </p:nvSpPr>
        <p:spPr>
          <a:xfrm rot="5400000">
            <a:off x="9107305" y="221280"/>
            <a:ext cx="990892" cy="2446931"/>
          </a:xfrm>
          <a:prstGeom prst="bentArrow">
            <a:avLst>
              <a:gd name="adj1" fmla="val 25000"/>
              <a:gd name="adj2" fmla="val 47894"/>
              <a:gd name="adj3" fmla="val 35566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sp>
        <p:nvSpPr>
          <p:cNvPr id="17" name="Flèche : virage 16">
            <a:extLst>
              <a:ext uri="{FF2B5EF4-FFF2-40B4-BE49-F238E27FC236}">
                <a16:creationId xmlns:a16="http://schemas.microsoft.com/office/drawing/2014/main" id="{7114FEFD-26B5-1C67-5DF7-C36B0E8BD91F}"/>
              </a:ext>
            </a:extLst>
          </p:cNvPr>
          <p:cNvSpPr/>
          <p:nvPr/>
        </p:nvSpPr>
        <p:spPr>
          <a:xfrm rot="10800000">
            <a:off x="8447609" y="4917807"/>
            <a:ext cx="2002885" cy="1236685"/>
          </a:xfrm>
          <a:prstGeom prst="bentArrow">
            <a:avLst>
              <a:gd name="adj1" fmla="val 25000"/>
              <a:gd name="adj2" fmla="val 36041"/>
              <a:gd name="adj3" fmla="val 33308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AD96B30-82D8-AB73-C2C3-30E058E3D83E}"/>
              </a:ext>
            </a:extLst>
          </p:cNvPr>
          <p:cNvGrpSpPr/>
          <p:nvPr/>
        </p:nvGrpSpPr>
        <p:grpSpPr>
          <a:xfrm>
            <a:off x="5554435" y="307352"/>
            <a:ext cx="2743200" cy="2743200"/>
            <a:chOff x="5554435" y="307352"/>
            <a:chExt cx="2743200" cy="2743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392D52-4DF3-4C53-93BE-275941E029D6}"/>
                </a:ext>
              </a:extLst>
            </p:cNvPr>
            <p:cNvSpPr/>
            <p:nvPr/>
          </p:nvSpPr>
          <p:spPr>
            <a:xfrm>
              <a:off x="5554435" y="307352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494573A3-0178-5A43-9A9B-98F644025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0731" y="589290"/>
              <a:ext cx="2650608" cy="2312656"/>
            </a:xfrm>
            <a:prstGeom prst="rect">
              <a:avLst/>
            </a:prstGeom>
          </p:spPr>
        </p:pic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68B492C-4F54-EE00-1A7D-1130AC5C2B1A}"/>
              </a:ext>
            </a:extLst>
          </p:cNvPr>
          <p:cNvGrpSpPr/>
          <p:nvPr/>
        </p:nvGrpSpPr>
        <p:grpSpPr>
          <a:xfrm>
            <a:off x="8909035" y="2057400"/>
            <a:ext cx="2743200" cy="2743200"/>
            <a:chOff x="8909035" y="2057400"/>
            <a:chExt cx="2743200" cy="2743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64A5D8-C232-6EB3-2480-9C9AC9AD9917}"/>
                </a:ext>
              </a:extLst>
            </p:cNvPr>
            <p:cNvSpPr/>
            <p:nvPr/>
          </p:nvSpPr>
          <p:spPr>
            <a:xfrm>
              <a:off x="8909035" y="2057400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7E60F480-6717-32F2-60BB-E115BAB38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47851" y="2257855"/>
              <a:ext cx="2465567" cy="2342289"/>
            </a:xfrm>
            <a:prstGeom prst="rect">
              <a:avLst/>
            </a:prstGeom>
          </p:spPr>
        </p:pic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74F34FE4-3523-C3DF-C444-6EF791BDC896}"/>
              </a:ext>
            </a:extLst>
          </p:cNvPr>
          <p:cNvGrpSpPr/>
          <p:nvPr/>
        </p:nvGrpSpPr>
        <p:grpSpPr>
          <a:xfrm>
            <a:off x="5554435" y="3604025"/>
            <a:ext cx="2743200" cy="2743200"/>
            <a:chOff x="5554435" y="3604025"/>
            <a:chExt cx="2743200" cy="2743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585832-B111-DFE0-F682-9F68EE4FF211}"/>
                </a:ext>
              </a:extLst>
            </p:cNvPr>
            <p:cNvSpPr/>
            <p:nvPr/>
          </p:nvSpPr>
          <p:spPr>
            <a:xfrm>
              <a:off x="5554435" y="3604025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18EB6C8A-7F90-1CCB-C047-914C60214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8915" y="3849101"/>
              <a:ext cx="2674240" cy="2253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3017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A3018-AF13-4A45-A4E3-2D9E9534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fr-CA"/>
              <a:t>Électronique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DF0114-ECD7-7349-B59E-F0DA96E2C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4710683" cy="3541714"/>
          </a:xfrm>
        </p:spPr>
        <p:txBody>
          <a:bodyPr>
            <a:normAutofit/>
          </a:bodyPr>
          <a:lstStyle/>
          <a:p>
            <a:r>
              <a:rPr lang="fr-CA"/>
              <a:t>3 moteurs </a:t>
            </a:r>
            <a:r>
              <a:rPr lang="fr-CA" err="1"/>
              <a:t>Dynamixel</a:t>
            </a:r>
            <a:r>
              <a:rPr lang="fr-CA"/>
              <a:t> </a:t>
            </a:r>
          </a:p>
          <a:p>
            <a:pPr lvl="1"/>
            <a:r>
              <a:rPr lang="fr-CA"/>
              <a:t>Daisy </a:t>
            </a:r>
            <a:r>
              <a:rPr lang="fr-CA" err="1"/>
              <a:t>chain</a:t>
            </a:r>
            <a:endParaRPr lang="fr-CA"/>
          </a:p>
          <a:p>
            <a:r>
              <a:rPr lang="fr-CA"/>
              <a:t>OpenRB</a:t>
            </a:r>
          </a:p>
          <a:p>
            <a:r>
              <a:rPr lang="fr-CA"/>
              <a:t>Accéléromètre + gyroscope</a:t>
            </a:r>
          </a:p>
          <a:p>
            <a:endParaRPr lang="fr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EDED4-1F58-456E-A8E2-886F15445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096" y="618517"/>
            <a:ext cx="4508987" cy="526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3DF11-ADEA-A3E2-CD06-B9F813E0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Mod</a:t>
            </a:r>
            <a:r>
              <a:rPr lang="fr-CA" err="1"/>
              <a:t>èle</a:t>
            </a:r>
            <a:r>
              <a:rPr lang="fr-CA"/>
              <a:t> </a:t>
            </a:r>
            <a:r>
              <a:rPr lang="fr-CA" err="1"/>
              <a:t>MAthématique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676F08-91E7-D1B6-94CD-1BBD955AD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Euler</a:t>
            </a:r>
          </a:p>
          <a:p>
            <a:r>
              <a:rPr lang="fr-CA"/>
              <a:t>Quaternion</a:t>
            </a:r>
            <a:endParaRPr lang="en-CA"/>
          </a:p>
        </p:txBody>
      </p:sp>
      <p:sp>
        <p:nvSpPr>
          <p:cNvPr id="4" name="AutoShape 2" descr="Euler's rotation theorem and corresponding rotation matrices: (a)... |  Download Scientific Diagram">
            <a:extLst>
              <a:ext uri="{FF2B5EF4-FFF2-40B4-BE49-F238E27FC236}">
                <a16:creationId xmlns:a16="http://schemas.microsoft.com/office/drawing/2014/main" id="{4B2A3C11-04E7-68E6-B874-8AC303FB58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EC11828-6F60-6DAD-F347-8E282DBA6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596" y="291447"/>
            <a:ext cx="2784810" cy="313755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77DB708-079B-493D-AACF-24870F7A2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9672" y="3772787"/>
            <a:ext cx="4367263" cy="2466695"/>
          </a:xfrm>
          <a:prstGeom prst="rect">
            <a:avLst/>
          </a:prstGeom>
        </p:spPr>
      </p:pic>
      <p:sp>
        <p:nvSpPr>
          <p:cNvPr id="9" name="Flèche : virage 8">
            <a:extLst>
              <a:ext uri="{FF2B5EF4-FFF2-40B4-BE49-F238E27FC236}">
                <a16:creationId xmlns:a16="http://schemas.microsoft.com/office/drawing/2014/main" id="{058634EE-406E-4D00-D022-8BDF73DD78DF}"/>
              </a:ext>
            </a:extLst>
          </p:cNvPr>
          <p:cNvSpPr/>
          <p:nvPr/>
        </p:nvSpPr>
        <p:spPr>
          <a:xfrm rot="10800000">
            <a:off x="7049272" y="4019945"/>
            <a:ext cx="2002885" cy="1236685"/>
          </a:xfrm>
          <a:prstGeom prst="bentArrow">
            <a:avLst>
              <a:gd name="adj1" fmla="val 25000"/>
              <a:gd name="adj2" fmla="val 36041"/>
              <a:gd name="adj3" fmla="val 33308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pic>
        <p:nvPicPr>
          <p:cNvPr id="5" name="Image 4" descr="A schematic diagram of a symmetric gyroscope [9]. | Download Scientific ...">
            <a:extLst>
              <a:ext uri="{FF2B5EF4-FFF2-40B4-BE49-F238E27FC236}">
                <a16:creationId xmlns:a16="http://schemas.microsoft.com/office/drawing/2014/main" id="{A3ECE1B9-93EC-5C7E-AE96-97B58FF82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838" y="3835440"/>
            <a:ext cx="2535944" cy="19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41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556797-4B2D-D68D-1B6A-8CF805B9A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70" y="-202137"/>
            <a:ext cx="9905998" cy="1478570"/>
          </a:xfrm>
        </p:spPr>
        <p:txBody>
          <a:bodyPr/>
          <a:lstStyle/>
          <a:p>
            <a:r>
              <a:rPr lang="fr-CA"/>
              <a:t>Informatique - Moteur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72CD33-DB97-FF21-0834-46561B5D1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572" y="4191589"/>
            <a:ext cx="2637322" cy="879222"/>
          </a:xfrm>
        </p:spPr>
        <p:txBody>
          <a:bodyPr>
            <a:normAutofit fontScale="32500" lnSpcReduction="20000"/>
          </a:bodyPr>
          <a:lstStyle/>
          <a:p>
            <a:endParaRPr lang="fr-CA"/>
          </a:p>
          <a:p>
            <a:pPr marL="0" indent="0">
              <a:buNone/>
            </a:pPr>
            <a:r>
              <a:rPr lang="fr-CA" sz="4800"/>
              <a:t>Ajout de la correction de l’accéléromètre</a:t>
            </a:r>
          </a:p>
          <a:p>
            <a:endParaRPr lang="en-CA"/>
          </a:p>
        </p:txBody>
      </p:sp>
      <p:pic>
        <p:nvPicPr>
          <p:cNvPr id="4" name="097183a7-430b-4a54-9f18-d7285d8e9508">
            <a:hlinkClick r:id="" action="ppaction://media"/>
            <a:extLst>
              <a:ext uri="{FF2B5EF4-FFF2-40B4-BE49-F238E27FC236}">
                <a16:creationId xmlns:a16="http://schemas.microsoft.com/office/drawing/2014/main" id="{5CCEFAB2-BFD2-61FB-10A2-E9A1E770F0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14875" y="1695606"/>
            <a:ext cx="1715806" cy="2565972"/>
          </a:xfrm>
          <a:prstGeom prst="rect">
            <a:avLst/>
          </a:prstGeom>
        </p:spPr>
      </p:pic>
      <p:pic>
        <p:nvPicPr>
          <p:cNvPr id="5" name="00b48f05-c0b5-450f-b0c5-168267e9889c">
            <a:hlinkClick r:id="" action="ppaction://media"/>
            <a:extLst>
              <a:ext uri="{FF2B5EF4-FFF2-40B4-BE49-F238E27FC236}">
                <a16:creationId xmlns:a16="http://schemas.microsoft.com/office/drawing/2014/main" id="{D95CA415-31F4-49AD-75CF-25CAC8D00A6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rcRect t="-18474" b="18474"/>
          <a:stretch/>
        </p:blipFill>
        <p:spPr>
          <a:xfrm>
            <a:off x="3548437" y="901095"/>
            <a:ext cx="1973071" cy="3507682"/>
          </a:xfrm>
          <a:prstGeom prst="rect">
            <a:avLst/>
          </a:prstGeom>
        </p:spPr>
      </p:pic>
      <p:pic>
        <p:nvPicPr>
          <p:cNvPr id="7" name="20c0c3fd-2792-4bac-9668-8ba9018ecbb4">
            <a:hlinkClick r:id="" action="ppaction://media"/>
            <a:extLst>
              <a:ext uri="{FF2B5EF4-FFF2-40B4-BE49-F238E27FC236}">
                <a16:creationId xmlns:a16="http://schemas.microsoft.com/office/drawing/2014/main" id="{45EE48F9-401B-A007-7054-5012E4DC3C7A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rcRect t="-23885" b="23885"/>
          <a:stretch/>
        </p:blipFill>
        <p:spPr>
          <a:xfrm>
            <a:off x="6195572" y="640772"/>
            <a:ext cx="2119503" cy="3768005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00F5A0C6-F62B-D6A7-BADC-F425CEC6D2B1}"/>
              </a:ext>
            </a:extLst>
          </p:cNvPr>
          <p:cNvSpPr/>
          <p:nvPr/>
        </p:nvSpPr>
        <p:spPr>
          <a:xfrm>
            <a:off x="2909360" y="2446154"/>
            <a:ext cx="510688" cy="645702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0D09309-99CD-44AF-106C-B92FD13A5FE3}"/>
              </a:ext>
            </a:extLst>
          </p:cNvPr>
          <p:cNvSpPr txBox="1"/>
          <p:nvPr/>
        </p:nvSpPr>
        <p:spPr>
          <a:xfrm>
            <a:off x="875853" y="4261577"/>
            <a:ext cx="26373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Fonctionnement des moteurs</a:t>
            </a:r>
          </a:p>
          <a:p>
            <a:r>
              <a:rPr lang="fr-CA"/>
              <a:t>Synchronisation des moteurs selon l’angle voulu</a:t>
            </a:r>
          </a:p>
          <a:p>
            <a:endParaRPr lang="fr-CA"/>
          </a:p>
          <a:p>
            <a:endParaRPr lang="en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8AD7C3E-3B17-4DF5-65B9-816D18A8A385}"/>
              </a:ext>
            </a:extLst>
          </p:cNvPr>
          <p:cNvSpPr txBox="1"/>
          <p:nvPr/>
        </p:nvSpPr>
        <p:spPr>
          <a:xfrm>
            <a:off x="3523175" y="4391376"/>
            <a:ext cx="26018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Mise en place d’un modèle Euler (accéléromètre simulé)</a:t>
            </a:r>
          </a:p>
          <a:p>
            <a:endParaRPr lang="fr-CA"/>
          </a:p>
          <a:p>
            <a:endParaRPr lang="en-CA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58C3B65C-542F-B43A-E4C9-9C9703E1BF53}"/>
              </a:ext>
            </a:extLst>
          </p:cNvPr>
          <p:cNvSpPr/>
          <p:nvPr/>
        </p:nvSpPr>
        <p:spPr>
          <a:xfrm>
            <a:off x="5613438" y="2434677"/>
            <a:ext cx="547881" cy="645702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cdb5acc8-6d82-40ba-87f4-fb90c7def91b">
            <a:hlinkClick r:id="" action="ppaction://media"/>
            <a:extLst>
              <a:ext uri="{FF2B5EF4-FFF2-40B4-BE49-F238E27FC236}">
                <a16:creationId xmlns:a16="http://schemas.microsoft.com/office/drawing/2014/main" id="{AA954BEB-66DD-A23E-8CAF-C1BDFFF57D20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rcRect t="13982" b="-13982"/>
          <a:stretch/>
        </p:blipFill>
        <p:spPr>
          <a:xfrm>
            <a:off x="9011573" y="1235701"/>
            <a:ext cx="2462009" cy="4376905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8AD98C71-B291-A98F-F717-89F1A0AA259E}"/>
              </a:ext>
            </a:extLst>
          </p:cNvPr>
          <p:cNvSpPr txBox="1">
            <a:spLocks/>
          </p:cNvSpPr>
          <p:nvPr/>
        </p:nvSpPr>
        <p:spPr>
          <a:xfrm>
            <a:off x="8923916" y="4743077"/>
            <a:ext cx="2637322" cy="879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CA"/>
          </a:p>
          <a:p>
            <a:pPr marL="0" indent="0">
              <a:buFont typeface="Arial" panose="020B0604020202020204" pitchFamily="34" charset="0"/>
              <a:buNone/>
            </a:pPr>
            <a:r>
              <a:rPr lang="fr-CA" sz="4800"/>
              <a:t>Ajout de l’accéléromètre sur le manche + modèle Quaternion</a:t>
            </a:r>
            <a:endParaRPr lang="en-CA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171171FE-CF72-7C0E-AA12-BA45C095D2FF}"/>
              </a:ext>
            </a:extLst>
          </p:cNvPr>
          <p:cNvSpPr/>
          <p:nvPr/>
        </p:nvSpPr>
        <p:spPr>
          <a:xfrm>
            <a:off x="8419863" y="2435658"/>
            <a:ext cx="547881" cy="645702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975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927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0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19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792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942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713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6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3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6E13-EADD-AE95-1F53-73114852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Informatique -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C520F-4419-90FA-D3D2-DC5E987F2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972" y="2097088"/>
            <a:ext cx="990599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Programmation de la PI camera 3</a:t>
            </a:r>
          </a:p>
          <a:p>
            <a:pPr lvl="1"/>
            <a:r>
              <a:rPr lang="fr-CA"/>
              <a:t>Librairies disponibles, fonctions réutilisables</a:t>
            </a:r>
          </a:p>
        </p:txBody>
      </p:sp>
      <p:pic>
        <p:nvPicPr>
          <p:cNvPr id="5" name="Picture 4" descr="A green circuit board with a white ribbon&#10;&#10;AI-generated content may be incorrect.">
            <a:extLst>
              <a:ext uri="{FF2B5EF4-FFF2-40B4-BE49-F238E27FC236}">
                <a16:creationId xmlns:a16="http://schemas.microsoft.com/office/drawing/2014/main" id="{A98597A4-A783-F81D-91E2-B0EF1CB01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63" b="95965" l="16863" r="83235">
                        <a14:foregroundMark x1="26373" y1="88772" x2="25196" y2="88246"/>
                        <a14:foregroundMark x1="26275" y1="85439" x2="24706" y2="96140"/>
                        <a14:foregroundMark x1="22647" y1="94211" x2="16863" y2="86316"/>
                        <a14:foregroundMark x1="41765" y1="53509" x2="35980" y2="75789"/>
                        <a14:foregroundMark x1="35980" y1="75789" x2="32745" y2="82456"/>
                        <a14:foregroundMark x1="36765" y1="72105" x2="29314" y2="85965"/>
                        <a14:foregroundMark x1="29314" y1="85965" x2="27059" y2="88421"/>
                        <a14:foregroundMark x1="34902" y1="78947" x2="42059" y2="48246"/>
                        <a14:foregroundMark x1="43725" y1="43684" x2="50392" y2="21404"/>
                        <a14:foregroundMark x1="50392" y1="21404" x2="55294" y2="12105"/>
                        <a14:foregroundMark x1="56176" y1="14561" x2="48039" y2="21404"/>
                        <a14:foregroundMark x1="58877" y1="11727" x2="59902" y2="10526"/>
                        <a14:foregroundMark x1="54510" y1="16842" x2="58796" y2="11821"/>
                        <a14:foregroundMark x1="49216" y1="19123" x2="55490" y2="10175"/>
                        <a14:foregroundMark x1="53627" y1="14561" x2="55294" y2="11053"/>
                        <a14:foregroundMark x1="50588" y1="16842" x2="57059" y2="8947"/>
                        <a14:foregroundMark x1="50588" y1="14561" x2="60490" y2="8947"/>
                        <a14:foregroundMark x1="60490" y1="8947" x2="64020" y2="9649"/>
                        <a14:foregroundMark x1="76569" y1="13333" x2="83431" y2="22982"/>
                        <a14:foregroundMark x1="51373" y1="11404" x2="60588" y2="5614"/>
                        <a14:foregroundMark x1="52059" y1="10000" x2="57059" y2="5263"/>
                        <a14:foregroundMark x1="49412" y1="13333" x2="50392" y2="11754"/>
                        <a14:foregroundMark x1="54510" y1="8772" x2="58431" y2="5263"/>
                        <a14:backgroundMark x1="56176" y1="18772" x2="57157" y2="17895"/>
                        <a14:backgroundMark x1="57059" y1="17895" x2="58431" y2="16842"/>
                        <a14:backgroundMark x1="57843" y1="15965" x2="58235" y2="14737"/>
                      </a14:backgroundRemoval>
                    </a14:imgEffect>
                  </a14:imgLayer>
                </a14:imgProps>
              </a:ext>
            </a:extLst>
          </a:blip>
          <a:srcRect l="12854" r="10964"/>
          <a:stretch/>
        </p:blipFill>
        <p:spPr>
          <a:xfrm>
            <a:off x="6573520" y="1541953"/>
            <a:ext cx="5145024" cy="377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01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A347A-0E2B-B100-B57A-65A287C0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Informatique - HMI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AD043C-3BC7-E14F-88E5-F256793A2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CA"/>
              <a:t>Développement d’une interface (HMI)</a:t>
            </a:r>
          </a:p>
          <a:p>
            <a:pPr lvl="1"/>
            <a:r>
              <a:rPr lang="fr-CA"/>
              <a:t>Pyqt6</a:t>
            </a:r>
          </a:p>
          <a:p>
            <a:pPr lvl="1"/>
            <a:r>
              <a:rPr lang="fr-CA"/>
              <a:t>Interface visuelle(inclus clavier)</a:t>
            </a:r>
          </a:p>
          <a:p>
            <a:pPr lvl="1"/>
            <a:r>
              <a:rPr lang="fr-CA"/>
              <a:t>Évènement</a:t>
            </a:r>
          </a:p>
          <a:p>
            <a:r>
              <a:rPr lang="fr-CA"/>
              <a:t>La suite</a:t>
            </a:r>
          </a:p>
          <a:p>
            <a:pPr lvl="1"/>
            <a:r>
              <a:rPr lang="fr-CA"/>
              <a:t>Retour visuelle</a:t>
            </a:r>
          </a:p>
          <a:p>
            <a:pPr lvl="1"/>
            <a:r>
              <a:rPr lang="fr-CA"/>
              <a:t>Communication avec le reste du système</a:t>
            </a:r>
          </a:p>
          <a:p>
            <a:pPr lvl="1"/>
            <a:r>
              <a:rPr lang="fr-CA"/>
              <a:t>Écran tactile</a:t>
            </a:r>
          </a:p>
          <a:p>
            <a:endParaRPr lang="en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A7A9CFC-AB20-BAF1-A0A3-29AABC466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256" y="2362283"/>
            <a:ext cx="4381155" cy="246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8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81AA-7D0C-68FE-89D1-6920F47E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Prochain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B4C27-BA03-76EE-8F97-7FE31868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Détection de point d’intérêt avec la caméra</a:t>
            </a:r>
          </a:p>
          <a:p>
            <a:r>
              <a:rPr lang="fr-CA"/>
              <a:t>« Adoucir » les ajustements des moteurs</a:t>
            </a:r>
          </a:p>
          <a:p>
            <a:r>
              <a:rPr lang="fr-CA"/>
              <a:t>Avoir une App vide fonctionnelle</a:t>
            </a:r>
          </a:p>
          <a:p>
            <a:r>
              <a:rPr lang="fr-CA"/>
              <a:t>Finaliser l’aspect mécanique du projet (esthétisme)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9C56BF-0D6A-F8C3-539F-6658A8DC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537" y="618518"/>
            <a:ext cx="3677637" cy="275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82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B46B801C711446A85EFDA9236A8CD9" ma:contentTypeVersion="11" ma:contentTypeDescription="Crée un document." ma:contentTypeScope="" ma:versionID="50e146dab965c9d79998c999bc6206cd">
  <xsd:schema xmlns:xsd="http://www.w3.org/2001/XMLSchema" xmlns:xs="http://www.w3.org/2001/XMLSchema" xmlns:p="http://schemas.microsoft.com/office/2006/metadata/properties" xmlns:ns2="d70271fb-e8d4-435d-98ba-d7e9b097c908" xmlns:ns3="46a673cc-2764-43ef-b926-9bf685717182" targetNamespace="http://schemas.microsoft.com/office/2006/metadata/properties" ma:root="true" ma:fieldsID="6c4d7dc4508ce8d42dfbc0a2717842c3" ns2:_="" ns3:_="">
    <xsd:import namespace="d70271fb-e8d4-435d-98ba-d7e9b097c908"/>
    <xsd:import namespace="46a673cc-2764-43ef-b926-9bf6857171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0271fb-e8d4-435d-98ba-d7e9b097c9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264a842-8adc-43f3-ad4e-91e5e271ce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673cc-2764-43ef-b926-9bf68571718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9b8c0b2-98f8-4e08-9375-28eb4059277b}" ma:internalName="TaxCatchAll" ma:showField="CatchAllData" ma:web="46a673cc-2764-43ef-b926-9bf6857171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0271fb-e8d4-435d-98ba-d7e9b097c908">
      <Terms xmlns="http://schemas.microsoft.com/office/infopath/2007/PartnerControls"/>
    </lcf76f155ced4ddcb4097134ff3c332f>
    <TaxCatchAll xmlns="46a673cc-2764-43ef-b926-9bf685717182" xsi:nil="true"/>
  </documentManagement>
</p:properties>
</file>

<file path=customXml/itemProps1.xml><?xml version="1.0" encoding="utf-8"?>
<ds:datastoreItem xmlns:ds="http://schemas.openxmlformats.org/officeDocument/2006/customXml" ds:itemID="{D1571579-DEBC-4512-A597-5D8B31B1E9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12834B-A947-42EE-A63A-40806698C32A}">
  <ds:schemaRefs>
    <ds:schemaRef ds:uri="46a673cc-2764-43ef-b926-9bf685717182"/>
    <ds:schemaRef ds:uri="d70271fb-e8d4-435d-98ba-d7e9b097c9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2378281-BED9-47A2-9694-7BBABF531837}">
  <ds:schemaRefs>
    <ds:schemaRef ds:uri="46a673cc-2764-43ef-b926-9bf685717182"/>
    <ds:schemaRef ds:uri="d70271fb-e8d4-435d-98ba-d7e9b097c90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0</TotalTime>
  <Words>246</Words>
  <Application>Microsoft Office PowerPoint</Application>
  <PresentationFormat>Grand écran</PresentationFormat>
  <Paragraphs>79</Paragraphs>
  <Slides>13</Slides>
  <Notes>9</Notes>
  <HiddenSlides>0</HiddenSlides>
  <MMClips>5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Arial</vt:lpstr>
      <vt:lpstr>Tw Cen MT</vt:lpstr>
      <vt:lpstr>Circuit</vt:lpstr>
      <vt:lpstr>Livraison 1 – GimbUS 2000</vt:lpstr>
      <vt:lpstr>Structure de la présentation</vt:lpstr>
      <vt:lpstr>Grave Problème de société</vt:lpstr>
      <vt:lpstr>Présentation du projet</vt:lpstr>
      <vt:lpstr>Objectifs </vt:lpstr>
      <vt:lpstr>Présentation PowerPoint</vt:lpstr>
      <vt:lpstr>Présentation PowerPoint</vt:lpstr>
      <vt:lpstr>Électronique</vt:lpstr>
      <vt:lpstr>Modèle MAthématique</vt:lpstr>
      <vt:lpstr>Informatique - Moteur</vt:lpstr>
      <vt:lpstr>Informatique - Vision</vt:lpstr>
      <vt:lpstr>Informatique - HMI</vt:lpstr>
      <vt:lpstr>Prochain sprint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Livraison 1 – GimbUS 2000</dc:title>
  <dc:creator>Rémi Jetté</dc:creator>
  <cp:lastModifiedBy>Guillaume Béland</cp:lastModifiedBy>
  <cp:revision>1</cp:revision>
  <dcterms:created xsi:type="dcterms:W3CDTF">2025-02-19T17:34:25Z</dcterms:created>
  <dcterms:modified xsi:type="dcterms:W3CDTF">2025-02-26T18:05:31Z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0x0101007FB46B801C711446A85EFDA9236A8CD9</vt:lpwstr>
  </property>
</Properties>
</file>