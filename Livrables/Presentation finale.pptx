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4"/>
  </p:sldMasterIdLst>
  <p:notesMasterIdLst>
    <p:notesMasterId r:id="rId22"/>
  </p:notesMasterIdLst>
  <p:sldIdLst>
    <p:sldId id="256" r:id="rId5"/>
    <p:sldId id="257" r:id="rId6"/>
    <p:sldId id="258" r:id="rId7"/>
    <p:sldId id="265" r:id="rId8"/>
    <p:sldId id="272" r:id="rId9"/>
    <p:sldId id="273" r:id="rId10"/>
    <p:sldId id="268" r:id="rId11"/>
    <p:sldId id="263" r:id="rId12"/>
    <p:sldId id="266" r:id="rId13"/>
    <p:sldId id="276" r:id="rId14"/>
    <p:sldId id="262" r:id="rId15"/>
    <p:sldId id="270" r:id="rId16"/>
    <p:sldId id="277" r:id="rId17"/>
    <p:sldId id="278" r:id="rId18"/>
    <p:sldId id="275" r:id="rId19"/>
    <p:sldId id="274" r:id="rId20"/>
    <p:sldId id="26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444DF-EA36-4CBE-8162-9AA9487C1988}" v="8" dt="2025-04-11T14:26:01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amelin" userId="S::hams1504@usherbrooke.ca::3a69b402-b0bd-49ec-ad68-559df2bc6606" providerId="AD" clId="Web-{E0737269-776E-05D8-58A7-F585E53E9706}"/>
    <pc:docChg chg="modSld">
      <pc:chgData name="Samuel Hamelin" userId="S::hams1504@usherbrooke.ca::3a69b402-b0bd-49ec-ad68-559df2bc6606" providerId="AD" clId="Web-{E0737269-776E-05D8-58A7-F585E53E9706}" dt="2025-04-10T18:10:14.666" v="240" actId="20577"/>
      <pc:docMkLst>
        <pc:docMk/>
      </pc:docMkLst>
      <pc:sldChg chg="delSp modSp delAnim">
        <pc:chgData name="Samuel Hamelin" userId="S::hams1504@usherbrooke.ca::3a69b402-b0bd-49ec-ad68-559df2bc6606" providerId="AD" clId="Web-{E0737269-776E-05D8-58A7-F585E53E9706}" dt="2025-04-10T17:58:25.866" v="191"/>
        <pc:sldMkLst>
          <pc:docMk/>
          <pc:sldMk cId="2490909085" sldId="265"/>
        </pc:sldMkLst>
        <pc:spChg chg="mod">
          <ac:chgData name="Samuel Hamelin" userId="S::hams1504@usherbrooke.ca::3a69b402-b0bd-49ec-ad68-559df2bc6606" providerId="AD" clId="Web-{E0737269-776E-05D8-58A7-F585E53E9706}" dt="2025-04-10T17:58:17.288" v="190" actId="14100"/>
          <ac:spMkLst>
            <pc:docMk/>
            <pc:sldMk cId="2490909085" sldId="265"/>
            <ac:spMk id="5" creationId="{861C3D31-654B-658B-012C-BA3204ECD3E0}"/>
          </ac:spMkLst>
        </pc:spChg>
      </pc:sldChg>
      <pc:sldChg chg="modSp">
        <pc:chgData name="Samuel Hamelin" userId="S::hams1504@usherbrooke.ca::3a69b402-b0bd-49ec-ad68-559df2bc6606" providerId="AD" clId="Web-{E0737269-776E-05D8-58A7-F585E53E9706}" dt="2025-04-10T18:10:14.666" v="240" actId="20577"/>
        <pc:sldMkLst>
          <pc:docMk/>
          <pc:sldMk cId="3343017845" sldId="268"/>
        </pc:sldMkLst>
        <pc:spChg chg="mod">
          <ac:chgData name="Samuel Hamelin" userId="S::hams1504@usherbrooke.ca::3a69b402-b0bd-49ec-ad68-559df2bc6606" providerId="AD" clId="Web-{E0737269-776E-05D8-58A7-F585E53E9706}" dt="2025-04-10T18:10:14.666" v="240" actId="20577"/>
          <ac:spMkLst>
            <pc:docMk/>
            <pc:sldMk cId="3343017845" sldId="268"/>
            <ac:spMk id="5" creationId="{861C3D31-654B-658B-012C-BA3204ECD3E0}"/>
          </ac:spMkLst>
        </pc:spChg>
      </pc:sldChg>
      <pc:sldChg chg="addSp delSp modSp">
        <pc:chgData name="Samuel Hamelin" userId="S::hams1504@usherbrooke.ca::3a69b402-b0bd-49ec-ad68-559df2bc6606" providerId="AD" clId="Web-{E0737269-776E-05D8-58A7-F585E53E9706}" dt="2025-04-10T17:58:58.258" v="205" actId="20577"/>
        <pc:sldMkLst>
          <pc:docMk/>
          <pc:sldMk cId="1886764869" sldId="272"/>
        </pc:sldMkLst>
        <pc:spChg chg="add mod">
          <ac:chgData name="Samuel Hamelin" userId="S::hams1504@usherbrooke.ca::3a69b402-b0bd-49ec-ad68-559df2bc6606" providerId="AD" clId="Web-{E0737269-776E-05D8-58A7-F585E53E9706}" dt="2025-04-10T17:58:58.258" v="205" actId="20577"/>
          <ac:spMkLst>
            <pc:docMk/>
            <pc:sldMk cId="1886764869" sldId="272"/>
            <ac:spMk id="9" creationId="{CDDCF89F-094E-E9CF-8099-947732B52D17}"/>
          </ac:spMkLst>
        </pc:spChg>
      </pc:sldChg>
      <pc:sldChg chg="addSp delSp modSp">
        <pc:chgData name="Samuel Hamelin" userId="S::hams1504@usherbrooke.ca::3a69b402-b0bd-49ec-ad68-559df2bc6606" providerId="AD" clId="Web-{E0737269-776E-05D8-58A7-F585E53E9706}" dt="2025-04-10T17:58:52.680" v="199" actId="20577"/>
        <pc:sldMkLst>
          <pc:docMk/>
          <pc:sldMk cId="2960150393" sldId="273"/>
        </pc:sldMkLst>
        <pc:spChg chg="add mod">
          <ac:chgData name="Samuel Hamelin" userId="S::hams1504@usherbrooke.ca::3a69b402-b0bd-49ec-ad68-559df2bc6606" providerId="AD" clId="Web-{E0737269-776E-05D8-58A7-F585E53E9706}" dt="2025-04-10T17:58:52.680" v="199" actId="20577"/>
          <ac:spMkLst>
            <pc:docMk/>
            <pc:sldMk cId="2960150393" sldId="273"/>
            <ac:spMk id="6" creationId="{D5EBE039-D476-FC97-6176-BABDB0ADAC30}"/>
          </ac:spMkLst>
        </pc:spChg>
      </pc:sldChg>
    </pc:docChg>
  </pc:docChgLst>
  <pc:docChgLst>
    <pc:chgData name="Rémi Jetté" userId="53c7ddef-1adc-46a1-8967-7ad9ba7529bc" providerId="ADAL" clId="{3F33CAFC-0E79-6A45-B4CB-7CFD64A02D92}"/>
    <pc:docChg chg="undo custSel addSld delSld modSld sldOrd">
      <pc:chgData name="Rémi Jetté" userId="53c7ddef-1adc-46a1-8967-7ad9ba7529bc" providerId="ADAL" clId="{3F33CAFC-0E79-6A45-B4CB-7CFD64A02D92}" dt="2025-02-26T15:37:54.592" v="1460" actId="478"/>
      <pc:docMkLst>
        <pc:docMk/>
      </pc:docMkLst>
      <pc:sldChg chg="addSp delSp modSp new mod">
        <pc:chgData name="Rémi Jetté" userId="53c7ddef-1adc-46a1-8967-7ad9ba7529bc" providerId="ADAL" clId="{3F33CAFC-0E79-6A45-B4CB-7CFD64A02D92}" dt="2025-02-26T15:37:54.592" v="1460" actId="478"/>
        <pc:sldMkLst>
          <pc:docMk/>
          <pc:sldMk cId="600726333" sldId="256"/>
        </pc:sldMkLst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600726333" sldId="256"/>
            <ac:spMk id="2" creationId="{C2DCE1EF-F348-2192-5317-E4F3C6805428}"/>
          </ac:spMkLst>
        </pc:spChg>
        <pc:spChg chg="add mod">
          <ac:chgData name="Rémi Jetté" userId="53c7ddef-1adc-46a1-8967-7ad9ba7529bc" providerId="ADAL" clId="{3F33CAFC-0E79-6A45-B4CB-7CFD64A02D92}" dt="2025-02-26T00:42:10.565" v="1136"/>
          <ac:spMkLst>
            <pc:docMk/>
            <pc:sldMk cId="600726333" sldId="256"/>
            <ac:spMk id="5" creationId="{C55DE5C7-F649-C3BE-F051-565CCA257BD6}"/>
          </ac:spMkLst>
        </pc:spChg>
      </pc:sldChg>
      <pc:sldChg chg="addSp delSp modSp new mod">
        <pc:chgData name="Rémi Jetté" userId="53c7ddef-1adc-46a1-8967-7ad9ba7529bc" providerId="ADAL" clId="{3F33CAFC-0E79-6A45-B4CB-7CFD64A02D92}" dt="2025-02-26T00:53:36.963" v="1281" actId="478"/>
        <pc:sldMkLst>
          <pc:docMk/>
          <pc:sldMk cId="2527207027" sldId="257"/>
        </pc:sldMkLst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2527207027" sldId="257"/>
            <ac:spMk id="2" creationId="{42B8DDFD-6981-CA8A-2AF1-795CE377D352}"/>
          </ac:spMkLst>
        </pc:spChg>
        <pc:spChg chg="mod">
          <ac:chgData name="Rémi Jetté" userId="53c7ddef-1adc-46a1-8967-7ad9ba7529bc" providerId="ADAL" clId="{3F33CAFC-0E79-6A45-B4CB-7CFD64A02D92}" dt="2025-02-19T17:57:56.261" v="844" actId="14100"/>
          <ac:spMkLst>
            <pc:docMk/>
            <pc:sldMk cId="2527207027" sldId="257"/>
            <ac:spMk id="3" creationId="{483855E6-DF17-79A4-DB71-E71392608600}"/>
          </ac:spMkLst>
        </pc:spChg>
      </pc:sldChg>
      <pc:sldChg chg="addSp delSp modSp new mod setBg">
        <pc:chgData name="Rémi Jetté" userId="53c7ddef-1adc-46a1-8967-7ad9ba7529bc" providerId="ADAL" clId="{3F33CAFC-0E79-6A45-B4CB-7CFD64A02D92}" dt="2025-02-26T00:42:44.121" v="1142" actId="26606"/>
        <pc:sldMkLst>
          <pc:docMk/>
          <pc:sldMk cId="926014848" sldId="258"/>
        </pc:sldMkLst>
        <pc:spChg chg="mod">
          <ac:chgData name="Rémi Jetté" userId="53c7ddef-1adc-46a1-8967-7ad9ba7529bc" providerId="ADAL" clId="{3F33CAFC-0E79-6A45-B4CB-7CFD64A02D92}" dt="2025-02-26T00:42:44.121" v="1142" actId="26606"/>
          <ac:spMkLst>
            <pc:docMk/>
            <pc:sldMk cId="926014848" sldId="258"/>
            <ac:spMk id="2" creationId="{FD57F8FD-A730-4C80-9518-94BBAE96B699}"/>
          </ac:spMkLst>
        </pc:spChg>
        <pc:spChg chg="add del mod">
          <ac:chgData name="Rémi Jetté" userId="53c7ddef-1adc-46a1-8967-7ad9ba7529bc" providerId="ADAL" clId="{3F33CAFC-0E79-6A45-B4CB-7CFD64A02D92}" dt="2025-02-26T00:42:44.121" v="1142" actId="26606"/>
          <ac:spMkLst>
            <pc:docMk/>
            <pc:sldMk cId="926014848" sldId="258"/>
            <ac:spMk id="3" creationId="{0BC699B1-A656-BE87-1B9D-9F9652031324}"/>
          </ac:spMkLst>
        </pc:spChg>
      </pc:sldChg>
      <pc:sldChg chg="modSp new mod">
        <pc:chgData name="Rémi Jetté" userId="53c7ddef-1adc-46a1-8967-7ad9ba7529bc" providerId="ADAL" clId="{3F33CAFC-0E79-6A45-B4CB-7CFD64A02D92}" dt="2025-02-26T15:19:00.592" v="1458" actId="20577"/>
        <pc:sldMkLst>
          <pc:docMk/>
          <pc:sldMk cId="1559430016" sldId="259"/>
        </pc:sldMkLst>
      </pc:sldChg>
      <pc:sldChg chg="modSp">
        <pc:chgData name="Rémi Jetté" userId="53c7ddef-1adc-46a1-8967-7ad9ba7529bc" providerId="ADAL" clId="{3F33CAFC-0E79-6A45-B4CB-7CFD64A02D92}" dt="2025-02-26T00:42:10.565" v="1136"/>
        <pc:sldMkLst>
          <pc:docMk/>
          <pc:sldMk cId="2918527285" sldId="260"/>
        </pc:sldMkLst>
      </pc:sldChg>
      <pc:sldChg chg="modSp mod">
        <pc:chgData name="Rémi Jetté" userId="53c7ddef-1adc-46a1-8967-7ad9ba7529bc" providerId="ADAL" clId="{3F33CAFC-0E79-6A45-B4CB-7CFD64A02D92}" dt="2025-02-26T01:11:38.305" v="1368" actId="20577"/>
        <pc:sldMkLst>
          <pc:docMk/>
          <pc:sldMk cId="1750082113" sldId="261"/>
        </pc:sldMkLst>
        <pc:spChg chg="mod">
          <ac:chgData name="Rémi Jetté" userId="53c7ddef-1adc-46a1-8967-7ad9ba7529bc" providerId="ADAL" clId="{3F33CAFC-0E79-6A45-B4CB-7CFD64A02D92}" dt="2025-02-26T01:09:02.244" v="1340" actId="20577"/>
          <ac:spMkLst>
            <pc:docMk/>
            <pc:sldMk cId="1750082113" sldId="261"/>
            <ac:spMk id="2" creationId="{F99481AA-7D0C-68FE-89D1-6920F47E5E88}"/>
          </ac:spMkLst>
        </pc:spChg>
        <pc:spChg chg="mod">
          <ac:chgData name="Rémi Jetté" userId="53c7ddef-1adc-46a1-8967-7ad9ba7529bc" providerId="ADAL" clId="{3F33CAFC-0E79-6A45-B4CB-7CFD64A02D92}" dt="2025-02-26T01:11:38.305" v="1368" actId="20577"/>
          <ac:spMkLst>
            <pc:docMk/>
            <pc:sldMk cId="1750082113" sldId="261"/>
            <ac:spMk id="3" creationId="{F50B4C27-BA03-76EE-8F97-7FE3186847C8}"/>
          </ac:spMkLst>
        </pc:spChg>
      </pc:sldChg>
      <pc:sldChg chg="modSp">
        <pc:chgData name="Rémi Jetté" userId="53c7ddef-1adc-46a1-8967-7ad9ba7529bc" providerId="ADAL" clId="{3F33CAFC-0E79-6A45-B4CB-7CFD64A02D92}" dt="2025-02-26T00:42:10.565" v="1136"/>
        <pc:sldMkLst>
          <pc:docMk/>
          <pc:sldMk cId="1879701803" sldId="262"/>
        </pc:sldMkLst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1879701803" sldId="262"/>
            <ac:spMk id="2" creationId="{77E06E13-EADD-AE95-1F53-73114852008D}"/>
          </ac:spMkLst>
        </pc:spChg>
        <pc:spChg chg="mod">
          <ac:chgData name="Rémi Jetté" userId="53c7ddef-1adc-46a1-8967-7ad9ba7529bc" providerId="ADAL" clId="{3F33CAFC-0E79-6A45-B4CB-7CFD64A02D92}" dt="2025-02-26T00:42:10.565" v="1136"/>
          <ac:spMkLst>
            <pc:docMk/>
            <pc:sldMk cId="1879701803" sldId="262"/>
            <ac:spMk id="3" creationId="{1FFC520F-4419-90FA-D3D2-DC5E987F2555}"/>
          </ac:spMkLst>
        </pc:spChg>
      </pc:sldChg>
      <pc:sldChg chg="addSp delSp modSp new mod ord setBg">
        <pc:chgData name="Rémi Jetté" userId="53c7ddef-1adc-46a1-8967-7ad9ba7529bc" providerId="ADAL" clId="{3F33CAFC-0E79-6A45-B4CB-7CFD64A02D92}" dt="2025-02-26T15:18:40.710" v="1413" actId="20577"/>
        <pc:sldMkLst>
          <pc:docMk/>
          <pc:sldMk cId="2115913942" sldId="263"/>
        </pc:sldMkLst>
        <pc:spChg chg="mod">
          <ac:chgData name="Rémi Jetté" userId="53c7ddef-1adc-46a1-8967-7ad9ba7529bc" providerId="ADAL" clId="{3F33CAFC-0E79-6A45-B4CB-7CFD64A02D92}" dt="2025-02-26T01:00:42.643" v="1327" actId="26606"/>
          <ac:spMkLst>
            <pc:docMk/>
            <pc:sldMk cId="2115913942" sldId="263"/>
            <ac:spMk id="2" creationId="{E91A3018-AF13-4A45-A4E3-2D9E9534BF5B}"/>
          </ac:spMkLst>
        </pc:spChg>
        <pc:spChg chg="add del mod ord">
          <ac:chgData name="Rémi Jetté" userId="53c7ddef-1adc-46a1-8967-7ad9ba7529bc" providerId="ADAL" clId="{3F33CAFC-0E79-6A45-B4CB-7CFD64A02D92}" dt="2025-02-26T15:18:40.710" v="1413" actId="20577"/>
          <ac:spMkLst>
            <pc:docMk/>
            <pc:sldMk cId="2115913942" sldId="263"/>
            <ac:spMk id="3" creationId="{D5DF0114-ECD7-7349-B59E-F0DA96E2C263}"/>
          </ac:spMkLst>
        </pc:spChg>
      </pc:sldChg>
      <pc:sldChg chg="modSp new del mod">
        <pc:chgData name="Rémi Jetté" userId="53c7ddef-1adc-46a1-8967-7ad9ba7529bc" providerId="ADAL" clId="{3F33CAFC-0E79-6A45-B4CB-7CFD64A02D92}" dt="2025-02-26T00:59:08.493" v="1311" actId="2696"/>
        <pc:sldMkLst>
          <pc:docMk/>
          <pc:sldMk cId="874766463" sldId="264"/>
        </pc:sldMkLst>
      </pc:sldChg>
      <pc:sldChg chg="new del">
        <pc:chgData name="Rémi Jetté" userId="53c7ddef-1adc-46a1-8967-7ad9ba7529bc" providerId="ADAL" clId="{3F33CAFC-0E79-6A45-B4CB-7CFD64A02D92}" dt="2025-02-26T01:02:30.741" v="1333" actId="2696"/>
        <pc:sldMkLst>
          <pc:docMk/>
          <pc:sldMk cId="3484311290" sldId="264"/>
        </pc:sldMkLst>
      </pc:sldChg>
    </pc:docChg>
  </pc:docChgLst>
  <pc:docChgLst>
    <pc:chgData name="Michaël Bruneau" userId="59aecbd0-cc11-4c02-b7a7-0ea241f40966" providerId="ADAL" clId="{0D46074A-5F15-4A2E-9B5D-793FF95788D5}"/>
    <pc:docChg chg="undo custSel addSld delSld modSld">
      <pc:chgData name="Michaël Bruneau" userId="59aecbd0-cc11-4c02-b7a7-0ea241f40966" providerId="ADAL" clId="{0D46074A-5F15-4A2E-9B5D-793FF95788D5}" dt="2025-04-11T18:03:49.652" v="436" actId="313"/>
      <pc:docMkLst>
        <pc:docMk/>
      </pc:docMkLst>
      <pc:sldChg chg="addSp delSp modSp mod addAnim">
        <pc:chgData name="Michaël Bruneau" userId="59aecbd0-cc11-4c02-b7a7-0ea241f40966" providerId="ADAL" clId="{0D46074A-5F15-4A2E-9B5D-793FF95788D5}" dt="2025-04-11T17:54:08.764" v="434" actId="1076"/>
        <pc:sldMkLst>
          <pc:docMk/>
          <pc:sldMk cId="600726333" sldId="256"/>
        </pc:sldMkLst>
        <pc:spChg chg="mod">
          <ac:chgData name="Michaël Bruneau" userId="59aecbd0-cc11-4c02-b7a7-0ea241f40966" providerId="ADAL" clId="{0D46074A-5F15-4A2E-9B5D-793FF95788D5}" dt="2025-04-11T17:52:15.517" v="424" actId="26606"/>
          <ac:spMkLst>
            <pc:docMk/>
            <pc:sldMk cId="600726333" sldId="256"/>
            <ac:spMk id="2" creationId="{C2DCE1EF-F348-2192-5317-E4F3C6805428}"/>
          </ac:spMkLst>
        </pc:spChg>
        <pc:spChg chg="mod">
          <ac:chgData name="Michaël Bruneau" userId="59aecbd0-cc11-4c02-b7a7-0ea241f40966" providerId="ADAL" clId="{0D46074A-5F15-4A2E-9B5D-793FF95788D5}" dt="2025-04-11T17:52:15.517" v="424" actId="26606"/>
          <ac:spMkLst>
            <pc:docMk/>
            <pc:sldMk cId="600726333" sldId="256"/>
            <ac:spMk id="5" creationId="{C55DE5C7-F649-C3BE-F051-565CCA257BD6}"/>
          </ac:spMkLst>
        </pc:spChg>
        <pc:grpChg chg="add">
          <ac:chgData name="Michaël Bruneau" userId="59aecbd0-cc11-4c02-b7a7-0ea241f40966" providerId="ADAL" clId="{0D46074A-5F15-4A2E-9B5D-793FF95788D5}" dt="2025-04-11T17:52:15.517" v="424" actId="26606"/>
          <ac:grpSpMkLst>
            <pc:docMk/>
            <pc:sldMk cId="600726333" sldId="256"/>
            <ac:grpSpMk id="1213" creationId="{4D50C3BF-4EC6-4075-8C5A-BB4D93669380}"/>
          </ac:grpSpMkLst>
        </pc:grpChg>
        <pc:grpChg chg="add">
          <ac:chgData name="Michaël Bruneau" userId="59aecbd0-cc11-4c02-b7a7-0ea241f40966" providerId="ADAL" clId="{0D46074A-5F15-4A2E-9B5D-793FF95788D5}" dt="2025-04-11T17:52:15.517" v="424" actId="26606"/>
          <ac:grpSpMkLst>
            <pc:docMk/>
            <pc:sldMk cId="600726333" sldId="256"/>
            <ac:grpSpMk id="1215" creationId="{5C427DC4-D0C8-4AD1-971C-C179999E434A}"/>
          </ac:grpSpMkLst>
        </pc:grpChg>
        <pc:grpChg chg="add">
          <ac:chgData name="Michaël Bruneau" userId="59aecbd0-cc11-4c02-b7a7-0ea241f40966" providerId="ADAL" clId="{0D46074A-5F15-4A2E-9B5D-793FF95788D5}" dt="2025-04-11T17:52:15.517" v="424" actId="26606"/>
          <ac:grpSpMkLst>
            <pc:docMk/>
            <pc:sldMk cId="600726333" sldId="256"/>
            <ac:grpSpMk id="1216" creationId="{B683E0DB-6F21-4C3E-8305-9450FD8D69BB}"/>
          </ac:grpSpMkLst>
        </pc:grpChg>
        <pc:picChg chg="add mod">
          <ac:chgData name="Michaël Bruneau" userId="59aecbd0-cc11-4c02-b7a7-0ea241f40966" providerId="ADAL" clId="{0D46074A-5F15-4A2E-9B5D-793FF95788D5}" dt="2025-04-11T17:54:08.764" v="434" actId="1076"/>
          <ac:picMkLst>
            <pc:docMk/>
            <pc:sldMk cId="600726333" sldId="256"/>
            <ac:picMk id="9" creationId="{5150E8EF-F4B3-FEC8-214D-34DD8A2F94DC}"/>
          </ac:picMkLst>
        </pc:picChg>
        <pc:picChg chg="mod ord">
          <ac:chgData name="Michaël Bruneau" userId="59aecbd0-cc11-4c02-b7a7-0ea241f40966" providerId="ADAL" clId="{0D46074A-5F15-4A2E-9B5D-793FF95788D5}" dt="2025-04-11T17:52:20.133" v="425" actId="166"/>
          <ac:picMkLst>
            <pc:docMk/>
            <pc:sldMk cId="600726333" sldId="256"/>
            <ac:picMk id="1026" creationId="{EE139CA0-9414-BBEE-9BB6-B8F48B3E4147}"/>
          </ac:picMkLst>
        </pc:picChg>
      </pc:sldChg>
      <pc:sldChg chg="addSp delSp modSp mod setBg">
        <pc:chgData name="Michaël Bruneau" userId="59aecbd0-cc11-4c02-b7a7-0ea241f40966" providerId="ADAL" clId="{0D46074A-5F15-4A2E-9B5D-793FF95788D5}" dt="2025-04-10T16:15:19.604" v="314" actId="14100"/>
        <pc:sldMkLst>
          <pc:docMk/>
          <pc:sldMk cId="1750082113" sldId="261"/>
        </pc:sldMkLst>
        <pc:spChg chg="mod">
          <ac:chgData name="Michaël Bruneau" userId="59aecbd0-cc11-4c02-b7a7-0ea241f40966" providerId="ADAL" clId="{0D46074A-5F15-4A2E-9B5D-793FF95788D5}" dt="2025-04-10T16:15:08.469" v="309" actId="26606"/>
          <ac:spMkLst>
            <pc:docMk/>
            <pc:sldMk cId="1750082113" sldId="261"/>
            <ac:spMk id="2" creationId="{F99481AA-7D0C-68FE-89D1-6920F47E5E88}"/>
          </ac:spMkLst>
        </pc:spChg>
        <pc:spChg chg="mod ord">
          <ac:chgData name="Michaël Bruneau" userId="59aecbd0-cc11-4c02-b7a7-0ea241f40966" providerId="ADAL" clId="{0D46074A-5F15-4A2E-9B5D-793FF95788D5}" dt="2025-04-10T16:15:17.222" v="313" actId="1076"/>
          <ac:spMkLst>
            <pc:docMk/>
            <pc:sldMk cId="1750082113" sldId="261"/>
            <ac:spMk id="3" creationId="{F50B4C27-BA03-76EE-8F97-7FE3186847C8}"/>
          </ac:spMkLst>
        </pc:spChg>
        <pc:picChg chg="add mod ord modCrop">
          <ac:chgData name="Michaël Bruneau" userId="59aecbd0-cc11-4c02-b7a7-0ea241f40966" providerId="ADAL" clId="{0D46074A-5F15-4A2E-9B5D-793FF95788D5}" dt="2025-04-10T16:15:19.604" v="314" actId="14100"/>
          <ac:picMkLst>
            <pc:docMk/>
            <pc:sldMk cId="1750082113" sldId="261"/>
            <ac:picMk id="6" creationId="{BD0B332F-1EFB-D993-17E2-5660A20DABAD}"/>
          </ac:picMkLst>
        </pc:picChg>
      </pc:sldChg>
      <pc:sldChg chg="modSp mod">
        <pc:chgData name="Michaël Bruneau" userId="59aecbd0-cc11-4c02-b7a7-0ea241f40966" providerId="ADAL" clId="{0D46074A-5F15-4A2E-9B5D-793FF95788D5}" dt="2025-04-10T16:21:30.223" v="371" actId="20577"/>
        <pc:sldMkLst>
          <pc:docMk/>
          <pc:sldMk cId="1879701803" sldId="262"/>
        </pc:sldMkLst>
        <pc:spChg chg="mod">
          <ac:chgData name="Michaël Bruneau" userId="59aecbd0-cc11-4c02-b7a7-0ea241f40966" providerId="ADAL" clId="{0D46074A-5F15-4A2E-9B5D-793FF95788D5}" dt="2025-04-10T16:21:30.223" v="371" actId="20577"/>
          <ac:spMkLst>
            <pc:docMk/>
            <pc:sldMk cId="1879701803" sldId="262"/>
            <ac:spMk id="3" creationId="{1FFC520F-4419-90FA-D3D2-DC5E987F2555}"/>
          </ac:spMkLst>
        </pc:spChg>
      </pc:sldChg>
      <pc:sldChg chg="modSp mod">
        <pc:chgData name="Michaël Bruneau" userId="59aecbd0-cc11-4c02-b7a7-0ea241f40966" providerId="ADAL" clId="{0D46074A-5F15-4A2E-9B5D-793FF95788D5}" dt="2025-04-10T16:55:43.308" v="396" actId="1076"/>
        <pc:sldMkLst>
          <pc:docMk/>
          <pc:sldMk cId="1779757403" sldId="267"/>
        </pc:sldMkLst>
      </pc:sldChg>
      <pc:sldChg chg="del">
        <pc:chgData name="Michaël Bruneau" userId="59aecbd0-cc11-4c02-b7a7-0ea241f40966" providerId="ADAL" clId="{0D46074A-5F15-4A2E-9B5D-793FF95788D5}" dt="2025-04-10T15:35:12.148" v="68" actId="47"/>
        <pc:sldMkLst>
          <pc:docMk/>
          <pc:sldMk cId="1096981065" sldId="274"/>
        </pc:sldMkLst>
      </pc:sldChg>
      <pc:sldChg chg="addSp modSp new mod setBg">
        <pc:chgData name="Michaël Bruneau" userId="59aecbd0-cc11-4c02-b7a7-0ea241f40966" providerId="ADAL" clId="{0D46074A-5F15-4A2E-9B5D-793FF95788D5}" dt="2025-04-11T18:03:49.652" v="436" actId="313"/>
        <pc:sldMkLst>
          <pc:docMk/>
          <pc:sldMk cId="2168780047" sldId="274"/>
        </pc:sldMkLst>
        <pc:spChg chg="mod">
          <ac:chgData name="Michaël Bruneau" userId="59aecbd0-cc11-4c02-b7a7-0ea241f40966" providerId="ADAL" clId="{0D46074A-5F15-4A2E-9B5D-793FF95788D5}" dt="2025-04-11T15:08:35.134" v="404" actId="26606"/>
          <ac:spMkLst>
            <pc:docMk/>
            <pc:sldMk cId="2168780047" sldId="274"/>
            <ac:spMk id="2" creationId="{40C6C1F7-54EF-C720-D583-003D1F92DA6C}"/>
          </ac:spMkLst>
        </pc:spChg>
        <pc:spChg chg="mod ord">
          <ac:chgData name="Michaël Bruneau" userId="59aecbd0-cc11-4c02-b7a7-0ea241f40966" providerId="ADAL" clId="{0D46074A-5F15-4A2E-9B5D-793FF95788D5}" dt="2025-04-11T18:03:49.652" v="436" actId="313"/>
          <ac:spMkLst>
            <pc:docMk/>
            <pc:sldMk cId="2168780047" sldId="274"/>
            <ac:spMk id="3" creationId="{66CAB05D-252E-FE47-9D63-4B8342D45D5B}"/>
          </ac:spMkLst>
        </pc:spChg>
      </pc:sldChg>
      <pc:sldChg chg="addSp delSp modSp mod">
        <pc:chgData name="Michaël Bruneau" userId="59aecbd0-cc11-4c02-b7a7-0ea241f40966" providerId="ADAL" clId="{0D46074A-5F15-4A2E-9B5D-793FF95788D5}" dt="2025-04-10T16:53:49.763" v="391" actId="1076"/>
        <pc:sldMkLst>
          <pc:docMk/>
          <pc:sldMk cId="2737096223" sldId="276"/>
        </pc:sldMkLst>
        <pc:picChg chg="add mod">
          <ac:chgData name="Michaël Bruneau" userId="59aecbd0-cc11-4c02-b7a7-0ea241f40966" providerId="ADAL" clId="{0D46074A-5F15-4A2E-9B5D-793FF95788D5}" dt="2025-04-10T16:53:49.763" v="391" actId="1076"/>
          <ac:picMkLst>
            <pc:docMk/>
            <pc:sldMk cId="2737096223" sldId="276"/>
            <ac:picMk id="5" creationId="{EDE59AC7-5356-6787-A13D-F8EB3493C2BB}"/>
          </ac:picMkLst>
        </pc:picChg>
      </pc:sldChg>
    </pc:docChg>
  </pc:docChgLst>
  <pc:docChgLst>
    <pc:chgData name="Rémi Jetté" userId="53c7ddef-1adc-46a1-8967-7ad9ba7529bc" providerId="ADAL" clId="{86A12E3B-55FF-9B4E-8FAB-A7D8D59656D2}"/>
    <pc:docChg chg="custSel modSld">
      <pc:chgData name="Rémi Jetté" userId="53c7ddef-1adc-46a1-8967-7ad9ba7529bc" providerId="ADAL" clId="{86A12E3B-55FF-9B4E-8FAB-A7D8D59656D2}" dt="2025-02-26T03:53:38.399" v="5" actId="14100"/>
      <pc:docMkLst>
        <pc:docMk/>
      </pc:docMkLst>
      <pc:sldChg chg="addSp delSp modSp">
        <pc:chgData name="Rémi Jetté" userId="53c7ddef-1adc-46a1-8967-7ad9ba7529bc" providerId="ADAL" clId="{86A12E3B-55FF-9B4E-8FAB-A7D8D59656D2}" dt="2025-02-26T03:53:38.399" v="5" actId="14100"/>
        <pc:sldMkLst>
          <pc:docMk/>
          <pc:sldMk cId="2115913942" sldId="263"/>
        </pc:sldMkLst>
        <pc:picChg chg="add mod">
          <ac:chgData name="Rémi Jetté" userId="53c7ddef-1adc-46a1-8967-7ad9ba7529bc" providerId="ADAL" clId="{86A12E3B-55FF-9B4E-8FAB-A7D8D59656D2}" dt="2025-02-26T03:53:38.399" v="5" actId="14100"/>
          <ac:picMkLst>
            <pc:docMk/>
            <pc:sldMk cId="2115913942" sldId="263"/>
            <ac:picMk id="7" creationId="{007EDED4-1F58-456E-A8E2-886F154455A3}"/>
          </ac:picMkLst>
        </pc:picChg>
      </pc:sldChg>
    </pc:docChg>
  </pc:docChgLst>
  <pc:docChgLst>
    <pc:chgData name="Guillaume Béland" userId="5e0e8ca1-aad6-45fd-bfe1-42de3018897a" providerId="ADAL" clId="{5AD50774-E1A0-42C9-A479-DF0E2DCF6050}"/>
    <pc:docChg chg="undo custSel addSld delSld modSld modMainMaster">
      <pc:chgData name="Guillaume Béland" userId="5e0e8ca1-aad6-45fd-bfe1-42de3018897a" providerId="ADAL" clId="{5AD50774-E1A0-42C9-A479-DF0E2DCF6050}" dt="2025-02-26T04:35:09.995" v="524" actId="1076"/>
      <pc:docMkLst>
        <pc:docMk/>
      </pc:docMkLst>
      <pc:sldChg chg="modSp mod modNotesTx">
        <pc:chgData name="Guillaume Béland" userId="5e0e8ca1-aad6-45fd-bfe1-42de3018897a" providerId="ADAL" clId="{5AD50774-E1A0-42C9-A479-DF0E2DCF6050}" dt="2025-02-26T03:22:25.253" v="238" actId="20577"/>
        <pc:sldMkLst>
          <pc:docMk/>
          <pc:sldMk cId="600726333" sldId="256"/>
        </pc:sldMkLst>
        <pc:spChg chg="mod">
          <ac:chgData name="Guillaume Béland" userId="5e0e8ca1-aad6-45fd-bfe1-42de3018897a" providerId="ADAL" clId="{5AD50774-E1A0-42C9-A479-DF0E2DCF6050}" dt="2025-02-26T03:18:06.364" v="152" actId="20577"/>
          <ac:spMkLst>
            <pc:docMk/>
            <pc:sldMk cId="600726333" sldId="256"/>
            <ac:spMk id="2" creationId="{C2DCE1EF-F348-2192-5317-E4F3C6805428}"/>
          </ac:spMkLst>
        </pc:spChg>
      </pc:sldChg>
      <pc:sldChg chg="modSp modNotesTx">
        <pc:chgData name="Guillaume Béland" userId="5e0e8ca1-aad6-45fd-bfe1-42de3018897a" providerId="ADAL" clId="{5AD50774-E1A0-42C9-A479-DF0E2DCF6050}" dt="2025-02-26T04:13:05.773" v="511" actId="20577"/>
        <pc:sldMkLst>
          <pc:docMk/>
          <pc:sldMk cId="2527207027" sldId="257"/>
        </pc:sldMkLst>
      </pc:sldChg>
      <pc:sldChg chg="modNotesTx">
        <pc:chgData name="Guillaume Béland" userId="5e0e8ca1-aad6-45fd-bfe1-42de3018897a" providerId="ADAL" clId="{5AD50774-E1A0-42C9-A479-DF0E2DCF6050}" dt="2025-02-26T03:22:56.758" v="260" actId="20577"/>
        <pc:sldMkLst>
          <pc:docMk/>
          <pc:sldMk cId="926014848" sldId="258"/>
        </pc:sldMkLst>
      </pc:sldChg>
      <pc:sldChg chg="modNotesTx">
        <pc:chgData name="Guillaume Béland" userId="5e0e8ca1-aad6-45fd-bfe1-42de3018897a" providerId="ADAL" clId="{5AD50774-E1A0-42C9-A479-DF0E2DCF6050}" dt="2025-02-26T03:22:38.357" v="246" actId="20577"/>
        <pc:sldMkLst>
          <pc:docMk/>
          <pc:sldMk cId="1559430016" sldId="259"/>
        </pc:sldMkLst>
      </pc:sldChg>
      <pc:sldChg chg="addSp delSp modSp new del mod delAnim modAnim">
        <pc:chgData name="Guillaume Béland" userId="5e0e8ca1-aad6-45fd-bfe1-42de3018897a" providerId="ADAL" clId="{5AD50774-E1A0-42C9-A479-DF0E2DCF6050}" dt="2025-02-26T03:19:54.199" v="218" actId="47"/>
        <pc:sldMkLst>
          <pc:docMk/>
          <pc:sldMk cId="2918527285" sldId="260"/>
        </pc:sldMkLst>
      </pc:sldChg>
      <pc:sldChg chg="modNotesTx">
        <pc:chgData name="Guillaume Béland" userId="5e0e8ca1-aad6-45fd-bfe1-42de3018897a" providerId="ADAL" clId="{5AD50774-E1A0-42C9-A479-DF0E2DCF6050}" dt="2025-02-26T03:23:17.864" v="277" actId="20577"/>
        <pc:sldMkLst>
          <pc:docMk/>
          <pc:sldMk cId="2115913942" sldId="263"/>
        </pc:sldMkLst>
      </pc:sldChg>
      <pc:sldChg chg="modSp mod">
        <pc:chgData name="Guillaume Béland" userId="5e0e8ca1-aad6-45fd-bfe1-42de3018897a" providerId="ADAL" clId="{5AD50774-E1A0-42C9-A479-DF0E2DCF6050}" dt="2025-02-26T02:35:21.369" v="31" actId="14100"/>
        <pc:sldMkLst>
          <pc:docMk/>
          <pc:sldMk cId="726584797" sldId="264"/>
        </pc:sldMkLst>
      </pc:sldChg>
      <pc:sldChg chg="addSp delSp modSp new mod modAnim modNotesTx">
        <pc:chgData name="Guillaume Béland" userId="5e0e8ca1-aad6-45fd-bfe1-42de3018897a" providerId="ADAL" clId="{5AD50774-E1A0-42C9-A479-DF0E2DCF6050}" dt="2025-02-26T04:35:09.995" v="524" actId="1076"/>
        <pc:sldMkLst>
          <pc:docMk/>
          <pc:sldMk cId="2490909085" sldId="265"/>
        </pc:sldMkLst>
        <pc:spChg chg="add mod">
          <ac:chgData name="Guillaume Béland" userId="5e0e8ca1-aad6-45fd-bfe1-42de3018897a" providerId="ADAL" clId="{5AD50774-E1A0-42C9-A479-DF0E2DCF6050}" dt="2025-02-26T03:10:02.813" v="34"/>
          <ac:spMkLst>
            <pc:docMk/>
            <pc:sldMk cId="2490909085" sldId="265"/>
            <ac:spMk id="4" creationId="{8F418B4A-1006-AFC9-2713-8880E98A1FB2}"/>
          </ac:spMkLst>
        </pc:spChg>
        <pc:spChg chg="add mod">
          <ac:chgData name="Guillaume Béland" userId="5e0e8ca1-aad6-45fd-bfe1-42de3018897a" providerId="ADAL" clId="{5AD50774-E1A0-42C9-A479-DF0E2DCF6050}" dt="2025-02-26T04:05:55.198" v="487" actId="20577"/>
          <ac:spMkLst>
            <pc:docMk/>
            <pc:sldMk cId="2490909085" sldId="265"/>
            <ac:spMk id="5" creationId="{861C3D31-654B-658B-012C-BA3204ECD3E0}"/>
          </ac:spMkLst>
        </pc:spChg>
        <pc:spChg chg="add del mod ord topLvl">
          <ac:chgData name="Guillaume Béland" userId="5e0e8ca1-aad6-45fd-bfe1-42de3018897a" providerId="ADAL" clId="{5AD50774-E1A0-42C9-A479-DF0E2DCF6050}" dt="2025-02-26T04:34:47.819" v="514" actId="478"/>
          <ac:spMkLst>
            <pc:docMk/>
            <pc:sldMk cId="2490909085" sldId="265"/>
            <ac:spMk id="9" creationId="{A5392D52-4DF3-4C53-93BE-275941E029D6}"/>
          </ac:spMkLst>
        </pc:spChg>
        <pc:spChg chg="add mod">
          <ac:chgData name="Guillaume Béland" userId="5e0e8ca1-aad6-45fd-bfe1-42de3018897a" providerId="ADAL" clId="{5AD50774-E1A0-42C9-A479-DF0E2DCF6050}" dt="2025-02-26T03:14:03.755" v="105" actId="164"/>
          <ac:spMkLst>
            <pc:docMk/>
            <pc:sldMk cId="2490909085" sldId="265"/>
            <ac:spMk id="11" creationId="{2364A5D8-C232-6EB3-2480-9C9AC9AD9917}"/>
          </ac:spMkLst>
        </pc:spChg>
        <pc:spChg chg="add mod">
          <ac:chgData name="Guillaume Béland" userId="5e0e8ca1-aad6-45fd-bfe1-42de3018897a" providerId="ADAL" clId="{5AD50774-E1A0-42C9-A479-DF0E2DCF6050}" dt="2025-02-26T03:13:15.437" v="100" actId="164"/>
          <ac:spMkLst>
            <pc:docMk/>
            <pc:sldMk cId="2490909085" sldId="265"/>
            <ac:spMk id="12" creationId="{4F585832-B111-DFE0-F682-9F68EE4FF211}"/>
          </ac:spMkLst>
        </pc:spChg>
        <pc:spChg chg="add mod">
          <ac:chgData name="Guillaume Béland" userId="5e0e8ca1-aad6-45fd-bfe1-42de3018897a" providerId="ADAL" clId="{5AD50774-E1A0-42C9-A479-DF0E2DCF6050}" dt="2025-02-26T03:16:34.603" v="132" actId="207"/>
          <ac:spMkLst>
            <pc:docMk/>
            <pc:sldMk cId="2490909085" sldId="265"/>
            <ac:spMk id="16" creationId="{4BEE4011-7D3C-6576-AE29-21DCFAC2815A}"/>
          </ac:spMkLst>
        </pc:spChg>
        <pc:spChg chg="add mod">
          <ac:chgData name="Guillaume Béland" userId="5e0e8ca1-aad6-45fd-bfe1-42de3018897a" providerId="ADAL" clId="{5AD50774-E1A0-42C9-A479-DF0E2DCF6050}" dt="2025-02-26T03:17:41.951" v="145" actId="14100"/>
          <ac:spMkLst>
            <pc:docMk/>
            <pc:sldMk cId="2490909085" sldId="265"/>
            <ac:spMk id="17" creationId="{7114FEFD-26B5-1C67-5DF7-C36B0E8BD91F}"/>
          </ac:spMkLst>
        </pc:spChg>
        <pc:grpChg chg="add mod">
          <ac:chgData name="Guillaume Béland" userId="5e0e8ca1-aad6-45fd-bfe1-42de3018897a" providerId="ADAL" clId="{5AD50774-E1A0-42C9-A479-DF0E2DCF6050}" dt="2025-02-26T03:13:57.250" v="102" actId="1076"/>
          <ac:grpSpMkLst>
            <pc:docMk/>
            <pc:sldMk cId="2490909085" sldId="265"/>
            <ac:grpSpMk id="13" creationId="{4D6DC49B-AD77-9826-407B-5838A963AFC0}"/>
          </ac:grpSpMkLst>
        </pc:grpChg>
        <pc:grpChg chg="add mod">
          <ac:chgData name="Guillaume Béland" userId="5e0e8ca1-aad6-45fd-bfe1-42de3018897a" providerId="ADAL" clId="{5AD50774-E1A0-42C9-A479-DF0E2DCF6050}" dt="2025-02-26T03:14:10.055" v="106" actId="1076"/>
          <ac:grpSpMkLst>
            <pc:docMk/>
            <pc:sldMk cId="2490909085" sldId="265"/>
            <ac:grpSpMk id="14" creationId="{8FA39C5E-830B-8DAD-1251-36749ADD07F4}"/>
          </ac:grpSpMkLst>
        </pc:grpChg>
        <pc:picChg chg="add mod ord">
          <ac:chgData name="Guillaume Béland" userId="5e0e8ca1-aad6-45fd-bfe1-42de3018897a" providerId="ADAL" clId="{5AD50774-E1A0-42C9-A479-DF0E2DCF6050}" dt="2025-02-26T03:14:03.755" v="105" actId="164"/>
          <ac:picMkLst>
            <pc:docMk/>
            <pc:sldMk cId="2490909085" sldId="265"/>
            <ac:picMk id="7" creationId="{CF758184-4A96-2E5C-B913-1C9A58D814D0}"/>
          </ac:picMkLst>
        </pc:picChg>
        <pc:picChg chg="add mod ord">
          <ac:chgData name="Guillaume Béland" userId="5e0e8ca1-aad6-45fd-bfe1-42de3018897a" providerId="ADAL" clId="{5AD50774-E1A0-42C9-A479-DF0E2DCF6050}" dt="2025-02-26T03:13:15.437" v="100" actId="164"/>
          <ac:picMkLst>
            <pc:docMk/>
            <pc:sldMk cId="2490909085" sldId="265"/>
            <ac:picMk id="8" creationId="{5E9018E5-D7A4-76D0-F58E-B38A20CDE659}"/>
          </ac:picMkLst>
        </pc:picChg>
        <pc:picChg chg="add mod modCrop">
          <ac:chgData name="Guillaume Béland" userId="5e0e8ca1-aad6-45fd-bfe1-42de3018897a" providerId="ADAL" clId="{5AD50774-E1A0-42C9-A479-DF0E2DCF6050}" dt="2025-02-26T04:35:09.995" v="524" actId="1076"/>
          <ac:picMkLst>
            <pc:docMk/>
            <pc:sldMk cId="2490909085" sldId="265"/>
            <ac:picMk id="20" creationId="{8B85FF7D-5740-4D93-8E17-629525E7B3F8}"/>
          </ac:picMkLst>
        </pc:picChg>
      </pc:sldChg>
      <pc:sldChg chg="modNotesTx">
        <pc:chgData name="Guillaume Béland" userId="5e0e8ca1-aad6-45fd-bfe1-42de3018897a" providerId="ADAL" clId="{5AD50774-E1A0-42C9-A479-DF0E2DCF6050}" dt="2025-02-26T03:23:36.559" v="283" actId="20577"/>
        <pc:sldMkLst>
          <pc:docMk/>
          <pc:sldMk cId="1547341113" sldId="266"/>
        </pc:sldMkLst>
      </pc:sldChg>
      <pc:sldChg chg="addSp delSp modSp mod modNotesTx">
        <pc:chgData name="Guillaume Béland" userId="5e0e8ca1-aad6-45fd-bfe1-42de3018897a" providerId="ADAL" clId="{5AD50774-E1A0-42C9-A479-DF0E2DCF6050}" dt="2025-02-26T03:23:12.479" v="273" actId="20577"/>
        <pc:sldMkLst>
          <pc:docMk/>
          <pc:sldMk cId="3343017845" sldId="268"/>
        </pc:sldMkLst>
        <pc:spChg chg="mod topLvl">
          <ac:chgData name="Guillaume Béland" userId="5e0e8ca1-aad6-45fd-bfe1-42de3018897a" providerId="ADAL" clId="{5AD50774-E1A0-42C9-A479-DF0E2DCF6050}" dt="2025-02-26T03:21:37.740" v="228" actId="164"/>
          <ac:spMkLst>
            <pc:docMk/>
            <pc:sldMk cId="3343017845" sldId="268"/>
            <ac:spMk id="9" creationId="{A5392D52-4DF3-4C53-93BE-275941E029D6}"/>
          </ac:spMkLst>
        </pc:spChg>
        <pc:spChg chg="mod topLvl">
          <ac:chgData name="Guillaume Béland" userId="5e0e8ca1-aad6-45fd-bfe1-42de3018897a" providerId="ADAL" clId="{5AD50774-E1A0-42C9-A479-DF0E2DCF6050}" dt="2025-02-26T03:21:40.977" v="229" actId="164"/>
          <ac:spMkLst>
            <pc:docMk/>
            <pc:sldMk cId="3343017845" sldId="268"/>
            <ac:spMk id="11" creationId="{2364A5D8-C232-6EB3-2480-9C9AC9AD9917}"/>
          </ac:spMkLst>
        </pc:spChg>
        <pc:spChg chg="mod topLvl">
          <ac:chgData name="Guillaume Béland" userId="5e0e8ca1-aad6-45fd-bfe1-42de3018897a" providerId="ADAL" clId="{5AD50774-E1A0-42C9-A479-DF0E2DCF6050}" dt="2025-02-26T03:21:44.814" v="230" actId="164"/>
          <ac:spMkLst>
            <pc:docMk/>
            <pc:sldMk cId="3343017845" sldId="268"/>
            <ac:spMk id="12" creationId="{4F585832-B111-DFE0-F682-9F68EE4FF211}"/>
          </ac:spMkLst>
        </pc:spChg>
        <pc:grpChg chg="add mod">
          <ac:chgData name="Guillaume Béland" userId="5e0e8ca1-aad6-45fd-bfe1-42de3018897a" providerId="ADAL" clId="{5AD50774-E1A0-42C9-A479-DF0E2DCF6050}" dt="2025-02-26T03:21:37.740" v="228" actId="164"/>
          <ac:grpSpMkLst>
            <pc:docMk/>
            <pc:sldMk cId="3343017845" sldId="268"/>
            <ac:grpSpMk id="15" creationId="{FAD96B30-82D8-AB73-C2C3-30E058E3D83E}"/>
          </ac:grpSpMkLst>
        </pc:grpChg>
        <pc:grpChg chg="add mod">
          <ac:chgData name="Guillaume Béland" userId="5e0e8ca1-aad6-45fd-bfe1-42de3018897a" providerId="ADAL" clId="{5AD50774-E1A0-42C9-A479-DF0E2DCF6050}" dt="2025-02-26T03:21:40.977" v="229" actId="164"/>
          <ac:grpSpMkLst>
            <pc:docMk/>
            <pc:sldMk cId="3343017845" sldId="268"/>
            <ac:grpSpMk id="18" creationId="{068B492C-4F54-EE00-1A7D-1130AC5C2B1A}"/>
          </ac:grpSpMkLst>
        </pc:grpChg>
        <pc:grpChg chg="add mod">
          <ac:chgData name="Guillaume Béland" userId="5e0e8ca1-aad6-45fd-bfe1-42de3018897a" providerId="ADAL" clId="{5AD50774-E1A0-42C9-A479-DF0E2DCF6050}" dt="2025-02-26T03:21:44.814" v="230" actId="164"/>
          <ac:grpSpMkLst>
            <pc:docMk/>
            <pc:sldMk cId="3343017845" sldId="268"/>
            <ac:grpSpMk id="19" creationId="{74F34FE4-3523-C3DF-C444-6EF791BDC896}"/>
          </ac:grpSpMkLst>
        </pc:grpChg>
        <pc:picChg chg="mod">
          <ac:chgData name="Guillaume Béland" userId="5e0e8ca1-aad6-45fd-bfe1-42de3018897a" providerId="ADAL" clId="{5AD50774-E1A0-42C9-A479-DF0E2DCF6050}" dt="2025-02-26T03:21:37.740" v="228" actId="164"/>
          <ac:picMkLst>
            <pc:docMk/>
            <pc:sldMk cId="3343017845" sldId="268"/>
            <ac:picMk id="2" creationId="{494573A3-0178-5A43-9A9B-98F644025D54}"/>
          </ac:picMkLst>
        </pc:picChg>
        <pc:picChg chg="add mod">
          <ac:chgData name="Guillaume Béland" userId="5e0e8ca1-aad6-45fd-bfe1-42de3018897a" providerId="ADAL" clId="{5AD50774-E1A0-42C9-A479-DF0E2DCF6050}" dt="2025-02-26T03:21:40.977" v="229" actId="164"/>
          <ac:picMkLst>
            <pc:docMk/>
            <pc:sldMk cId="3343017845" sldId="268"/>
            <ac:picMk id="3" creationId="{7E60F480-6717-32F2-60BB-E115BAB38580}"/>
          </ac:picMkLst>
        </pc:picChg>
        <pc:picChg chg="mod">
          <ac:chgData name="Guillaume Béland" userId="5e0e8ca1-aad6-45fd-bfe1-42de3018897a" providerId="ADAL" clId="{5AD50774-E1A0-42C9-A479-DF0E2DCF6050}" dt="2025-02-26T03:21:44.814" v="230" actId="164"/>
          <ac:picMkLst>
            <pc:docMk/>
            <pc:sldMk cId="3343017845" sldId="268"/>
            <ac:picMk id="22" creationId="{18EB6C8A-7F90-1CCB-C047-914C60214346}"/>
          </ac:picMkLst>
        </pc:picChg>
      </pc:sldChg>
      <pc:sldChg chg="addSp delSp modSp add del mod delAnim">
        <pc:chgData name="Guillaume Béland" userId="5e0e8ca1-aad6-45fd-bfe1-42de3018897a" providerId="ADAL" clId="{5AD50774-E1A0-42C9-A479-DF0E2DCF6050}" dt="2025-02-26T04:05:41.478" v="478" actId="47"/>
        <pc:sldMkLst>
          <pc:docMk/>
          <pc:sldMk cId="1271402721" sldId="269"/>
        </pc:sldMkLst>
      </pc:sldChg>
      <pc:sldChg chg="addSp modSp mod modAnim">
        <pc:chgData name="Guillaume Béland" userId="5e0e8ca1-aad6-45fd-bfe1-42de3018897a" providerId="ADAL" clId="{5AD50774-E1A0-42C9-A479-DF0E2DCF6050}" dt="2025-02-26T04:10:01.118" v="502"/>
        <pc:sldMkLst>
          <pc:docMk/>
          <pc:sldMk cId="3370693184" sldId="271"/>
        </pc:sldMkLst>
      </pc:sldChg>
      <pc:sldMasterChg chg="modSldLayout">
        <pc:chgData name="Guillaume Béland" userId="5e0e8ca1-aad6-45fd-bfe1-42de3018897a" providerId="ADAL" clId="{5AD50774-E1A0-42C9-A479-DF0E2DCF6050}" dt="2025-02-26T03:19:35.014" v="217"/>
        <pc:sldMasterMkLst>
          <pc:docMk/>
          <pc:sldMasterMk cId="1541586642" sldId="2147483750"/>
        </pc:sldMasterMkLst>
        <pc:sldLayoutChg chg="addSp modSp mod">
          <pc:chgData name="Guillaume Béland" userId="5e0e8ca1-aad6-45fd-bfe1-42de3018897a" providerId="ADAL" clId="{5AD50774-E1A0-42C9-A479-DF0E2DCF6050}" dt="2025-02-26T03:19:13.272" v="201" actId="20577"/>
          <pc:sldLayoutMkLst>
            <pc:docMk/>
            <pc:sldMasterMk cId="1541586642" sldId="2147483750"/>
            <pc:sldLayoutMk cId="3903130391" sldId="2147483751"/>
          </pc:sldLayoutMkLst>
          <pc:spChg chg="add mod">
            <ac:chgData name="Guillaume Béland" userId="5e0e8ca1-aad6-45fd-bfe1-42de3018897a" providerId="ADAL" clId="{5AD50774-E1A0-42C9-A479-DF0E2DCF6050}" dt="2025-02-26T03:19:13.272" v="201" actId="20577"/>
            <ac:spMkLst>
              <pc:docMk/>
              <pc:sldMasterMk cId="1541586642" sldId="2147483750"/>
              <pc:sldLayoutMk cId="3903130391" sldId="2147483751"/>
              <ac:spMk id="7" creationId="{9CE06C79-A2D5-B173-6FD5-2C3783D74653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18.430" v="202"/>
          <pc:sldLayoutMkLst>
            <pc:docMk/>
            <pc:sldMasterMk cId="1541586642" sldId="2147483750"/>
            <pc:sldLayoutMk cId="2739668463" sldId="2147483752"/>
          </pc:sldLayoutMkLst>
          <pc:spChg chg="add mod">
            <ac:chgData name="Guillaume Béland" userId="5e0e8ca1-aad6-45fd-bfe1-42de3018897a" providerId="ADAL" clId="{5AD50774-E1A0-42C9-A479-DF0E2DCF6050}" dt="2025-02-26T03:19:18.430" v="202"/>
            <ac:spMkLst>
              <pc:docMk/>
              <pc:sldMasterMk cId="1541586642" sldId="2147483750"/>
              <pc:sldLayoutMk cId="2739668463" sldId="2147483752"/>
              <ac:spMk id="7" creationId="{D4C04B74-EBF2-4465-BCAD-51591FF04317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19.713" v="203"/>
          <pc:sldLayoutMkLst>
            <pc:docMk/>
            <pc:sldMasterMk cId="1541586642" sldId="2147483750"/>
            <pc:sldLayoutMk cId="940023436" sldId="2147483753"/>
          </pc:sldLayoutMkLst>
          <pc:spChg chg="add mod">
            <ac:chgData name="Guillaume Béland" userId="5e0e8ca1-aad6-45fd-bfe1-42de3018897a" providerId="ADAL" clId="{5AD50774-E1A0-42C9-A479-DF0E2DCF6050}" dt="2025-02-26T03:19:19.713" v="203"/>
            <ac:spMkLst>
              <pc:docMk/>
              <pc:sldMasterMk cId="1541586642" sldId="2147483750"/>
              <pc:sldLayoutMk cId="940023436" sldId="2147483753"/>
              <ac:spMk id="7" creationId="{F0BF9BC4-9E4C-A64F-A4FD-D18DF65CCEDC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0.636" v="204"/>
          <pc:sldLayoutMkLst>
            <pc:docMk/>
            <pc:sldMasterMk cId="1541586642" sldId="2147483750"/>
            <pc:sldLayoutMk cId="1292136991" sldId="2147483754"/>
          </pc:sldLayoutMkLst>
          <pc:spChg chg="add mod">
            <ac:chgData name="Guillaume Béland" userId="5e0e8ca1-aad6-45fd-bfe1-42de3018897a" providerId="ADAL" clId="{5AD50774-E1A0-42C9-A479-DF0E2DCF6050}" dt="2025-02-26T03:19:20.636" v="204"/>
            <ac:spMkLst>
              <pc:docMk/>
              <pc:sldMasterMk cId="1541586642" sldId="2147483750"/>
              <pc:sldLayoutMk cId="1292136991" sldId="2147483754"/>
              <ac:spMk id="8" creationId="{B35D0AD4-644A-75E7-EABB-A818F15FA9D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1.411" v="205"/>
          <pc:sldLayoutMkLst>
            <pc:docMk/>
            <pc:sldMasterMk cId="1541586642" sldId="2147483750"/>
            <pc:sldLayoutMk cId="714312813" sldId="2147483755"/>
          </pc:sldLayoutMkLst>
          <pc:spChg chg="add mod">
            <ac:chgData name="Guillaume Béland" userId="5e0e8ca1-aad6-45fd-bfe1-42de3018897a" providerId="ADAL" clId="{5AD50774-E1A0-42C9-A479-DF0E2DCF6050}" dt="2025-02-26T03:19:21.411" v="205"/>
            <ac:spMkLst>
              <pc:docMk/>
              <pc:sldMasterMk cId="1541586642" sldId="2147483750"/>
              <pc:sldLayoutMk cId="714312813" sldId="2147483755"/>
              <ac:spMk id="10" creationId="{5CABDEB3-9B8E-D995-B005-846CFF1F49EB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2.019" v="206"/>
          <pc:sldLayoutMkLst>
            <pc:docMk/>
            <pc:sldMasterMk cId="1541586642" sldId="2147483750"/>
            <pc:sldLayoutMk cId="3631849651" sldId="2147483756"/>
          </pc:sldLayoutMkLst>
          <pc:spChg chg="add mod">
            <ac:chgData name="Guillaume Béland" userId="5e0e8ca1-aad6-45fd-bfe1-42de3018897a" providerId="ADAL" clId="{5AD50774-E1A0-42C9-A479-DF0E2DCF6050}" dt="2025-02-26T03:19:22.019" v="206"/>
            <ac:spMkLst>
              <pc:docMk/>
              <pc:sldMasterMk cId="1541586642" sldId="2147483750"/>
              <pc:sldLayoutMk cId="3631849651" sldId="2147483756"/>
              <ac:spMk id="6" creationId="{6C2A0A9C-9905-B21A-A096-616380BC9BE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3.166" v="207"/>
          <pc:sldLayoutMkLst>
            <pc:docMk/>
            <pc:sldMasterMk cId="1541586642" sldId="2147483750"/>
            <pc:sldLayoutMk cId="1806956576" sldId="2147483757"/>
          </pc:sldLayoutMkLst>
          <pc:spChg chg="add mod">
            <ac:chgData name="Guillaume Béland" userId="5e0e8ca1-aad6-45fd-bfe1-42de3018897a" providerId="ADAL" clId="{5AD50774-E1A0-42C9-A479-DF0E2DCF6050}" dt="2025-02-26T03:19:23.166" v="207"/>
            <ac:spMkLst>
              <pc:docMk/>
              <pc:sldMasterMk cId="1541586642" sldId="2147483750"/>
              <pc:sldLayoutMk cId="1806956576" sldId="2147483757"/>
              <ac:spMk id="5" creationId="{42F95627-BD22-DF90-FBCC-45646DE370C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3.926" v="208"/>
          <pc:sldLayoutMkLst>
            <pc:docMk/>
            <pc:sldMasterMk cId="1541586642" sldId="2147483750"/>
            <pc:sldLayoutMk cId="1028316800" sldId="2147483758"/>
          </pc:sldLayoutMkLst>
          <pc:spChg chg="add mod">
            <ac:chgData name="Guillaume Béland" userId="5e0e8ca1-aad6-45fd-bfe1-42de3018897a" providerId="ADAL" clId="{5AD50774-E1A0-42C9-A479-DF0E2DCF6050}" dt="2025-02-26T03:19:23.926" v="208"/>
            <ac:spMkLst>
              <pc:docMk/>
              <pc:sldMasterMk cId="1541586642" sldId="2147483750"/>
              <pc:sldLayoutMk cId="1028316800" sldId="2147483758"/>
              <ac:spMk id="8" creationId="{096EFCF0-9353-A117-50A2-F790E47B861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5.731" v="209"/>
          <pc:sldLayoutMkLst>
            <pc:docMk/>
            <pc:sldMasterMk cId="1541586642" sldId="2147483750"/>
            <pc:sldLayoutMk cId="2255381956" sldId="2147483759"/>
          </pc:sldLayoutMkLst>
          <pc:spChg chg="add mod">
            <ac:chgData name="Guillaume Béland" userId="5e0e8ca1-aad6-45fd-bfe1-42de3018897a" providerId="ADAL" clId="{5AD50774-E1A0-42C9-A479-DF0E2DCF6050}" dt="2025-02-26T03:19:25.731" v="209"/>
            <ac:spMkLst>
              <pc:docMk/>
              <pc:sldMasterMk cId="1541586642" sldId="2147483750"/>
              <pc:sldLayoutMk cId="2255381956" sldId="2147483759"/>
              <ac:spMk id="8" creationId="{C21622FE-6E4F-18B3-534D-9AFFA7452D22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6.920" v="210"/>
          <pc:sldLayoutMkLst>
            <pc:docMk/>
            <pc:sldMasterMk cId="1541586642" sldId="2147483750"/>
            <pc:sldLayoutMk cId="1725090259" sldId="2147483760"/>
          </pc:sldLayoutMkLst>
          <pc:spChg chg="add mod">
            <ac:chgData name="Guillaume Béland" userId="5e0e8ca1-aad6-45fd-bfe1-42de3018897a" providerId="ADAL" clId="{5AD50774-E1A0-42C9-A479-DF0E2DCF6050}" dt="2025-02-26T03:19:26.920" v="210"/>
            <ac:spMkLst>
              <pc:docMk/>
              <pc:sldMasterMk cId="1541586642" sldId="2147483750"/>
              <pc:sldLayoutMk cId="1725090259" sldId="2147483760"/>
              <ac:spMk id="8" creationId="{E2CDAFE4-D0AA-FDB9-F325-0F2A563A5BC2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8.296" v="211"/>
          <pc:sldLayoutMkLst>
            <pc:docMk/>
            <pc:sldMasterMk cId="1541586642" sldId="2147483750"/>
            <pc:sldLayoutMk cId="2768428591" sldId="2147483761"/>
          </pc:sldLayoutMkLst>
          <pc:spChg chg="add mod">
            <ac:chgData name="Guillaume Béland" userId="5e0e8ca1-aad6-45fd-bfe1-42de3018897a" providerId="ADAL" clId="{5AD50774-E1A0-42C9-A479-DF0E2DCF6050}" dt="2025-02-26T03:19:28.296" v="211"/>
            <ac:spMkLst>
              <pc:docMk/>
              <pc:sldMasterMk cId="1541586642" sldId="2147483750"/>
              <pc:sldLayoutMk cId="2768428591" sldId="2147483761"/>
              <ac:spMk id="3" creationId="{A2280ADC-5AF6-838F-29BE-092BB21E94CA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29.040" v="212"/>
          <pc:sldLayoutMkLst>
            <pc:docMk/>
            <pc:sldMasterMk cId="1541586642" sldId="2147483750"/>
            <pc:sldLayoutMk cId="1698720458" sldId="2147483762"/>
          </pc:sldLayoutMkLst>
          <pc:spChg chg="add mod">
            <ac:chgData name="Guillaume Béland" userId="5e0e8ca1-aad6-45fd-bfe1-42de3018897a" providerId="ADAL" clId="{5AD50774-E1A0-42C9-A479-DF0E2DCF6050}" dt="2025-02-26T03:19:29.040" v="212"/>
            <ac:spMkLst>
              <pc:docMk/>
              <pc:sldMasterMk cId="1541586642" sldId="2147483750"/>
              <pc:sldLayoutMk cId="1698720458" sldId="2147483762"/>
              <ac:spMk id="3" creationId="{1C87D708-2748-5F01-941B-A48438108F89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0.491" v="213"/>
          <pc:sldLayoutMkLst>
            <pc:docMk/>
            <pc:sldMasterMk cId="1541586642" sldId="2147483750"/>
            <pc:sldLayoutMk cId="3948111289" sldId="2147483763"/>
          </pc:sldLayoutMkLst>
          <pc:spChg chg="add mod">
            <ac:chgData name="Guillaume Béland" userId="5e0e8ca1-aad6-45fd-bfe1-42de3018897a" providerId="ADAL" clId="{5AD50774-E1A0-42C9-A479-DF0E2DCF6050}" dt="2025-02-26T03:19:30.491" v="213"/>
            <ac:spMkLst>
              <pc:docMk/>
              <pc:sldMasterMk cId="1541586642" sldId="2147483750"/>
              <pc:sldLayoutMk cId="3948111289" sldId="2147483763"/>
              <ac:spMk id="3" creationId="{B54EA9BE-6CAD-1B1C-3E1B-681723DE70C5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1.498" v="214"/>
          <pc:sldLayoutMkLst>
            <pc:docMk/>
            <pc:sldMasterMk cId="1541586642" sldId="2147483750"/>
            <pc:sldLayoutMk cId="3097234824" sldId="2147483764"/>
          </pc:sldLayoutMkLst>
          <pc:spChg chg="add mod">
            <ac:chgData name="Guillaume Béland" userId="5e0e8ca1-aad6-45fd-bfe1-42de3018897a" providerId="ADAL" clId="{5AD50774-E1A0-42C9-A479-DF0E2DCF6050}" dt="2025-02-26T03:19:31.498" v="214"/>
            <ac:spMkLst>
              <pc:docMk/>
              <pc:sldMasterMk cId="1541586642" sldId="2147483750"/>
              <pc:sldLayoutMk cId="3097234824" sldId="2147483764"/>
              <ac:spMk id="2" creationId="{9CD88C64-9D16-3644-D7AA-ECBC80099A68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2.869" v="215"/>
          <pc:sldLayoutMkLst>
            <pc:docMk/>
            <pc:sldMasterMk cId="1541586642" sldId="2147483750"/>
            <pc:sldLayoutMk cId="2055662175" sldId="2147483765"/>
          </pc:sldLayoutMkLst>
          <pc:spChg chg="add mod">
            <ac:chgData name="Guillaume Béland" userId="5e0e8ca1-aad6-45fd-bfe1-42de3018897a" providerId="ADAL" clId="{5AD50774-E1A0-42C9-A479-DF0E2DCF6050}" dt="2025-02-26T03:19:32.869" v="215"/>
            <ac:spMkLst>
              <pc:docMk/>
              <pc:sldMasterMk cId="1541586642" sldId="2147483750"/>
              <pc:sldLayoutMk cId="2055662175" sldId="2147483765"/>
              <ac:spMk id="2" creationId="{E87FDB09-E42C-296B-B3B9-836E539EC193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4.097" v="216"/>
          <pc:sldLayoutMkLst>
            <pc:docMk/>
            <pc:sldMasterMk cId="1541586642" sldId="2147483750"/>
            <pc:sldLayoutMk cId="650959270" sldId="2147483766"/>
          </pc:sldLayoutMkLst>
          <pc:spChg chg="add mod">
            <ac:chgData name="Guillaume Béland" userId="5e0e8ca1-aad6-45fd-bfe1-42de3018897a" providerId="ADAL" clId="{5AD50774-E1A0-42C9-A479-DF0E2DCF6050}" dt="2025-02-26T03:19:34.097" v="216"/>
            <ac:spMkLst>
              <pc:docMk/>
              <pc:sldMasterMk cId="1541586642" sldId="2147483750"/>
              <pc:sldLayoutMk cId="650959270" sldId="2147483766"/>
              <ac:spMk id="7" creationId="{643B10C5-D0F5-C8D8-AA26-0339B6B1C6E3}"/>
            </ac:spMkLst>
          </pc:spChg>
        </pc:sldLayoutChg>
        <pc:sldLayoutChg chg="addSp modSp">
          <pc:chgData name="Guillaume Béland" userId="5e0e8ca1-aad6-45fd-bfe1-42de3018897a" providerId="ADAL" clId="{5AD50774-E1A0-42C9-A479-DF0E2DCF6050}" dt="2025-02-26T03:19:35.014" v="217"/>
          <pc:sldLayoutMkLst>
            <pc:docMk/>
            <pc:sldMasterMk cId="1541586642" sldId="2147483750"/>
            <pc:sldLayoutMk cId="3985997075" sldId="2147483767"/>
          </pc:sldLayoutMkLst>
          <pc:spChg chg="add mod">
            <ac:chgData name="Guillaume Béland" userId="5e0e8ca1-aad6-45fd-bfe1-42de3018897a" providerId="ADAL" clId="{5AD50774-E1A0-42C9-A479-DF0E2DCF6050}" dt="2025-02-26T03:19:35.014" v="217"/>
            <ac:spMkLst>
              <pc:docMk/>
              <pc:sldMasterMk cId="1541586642" sldId="2147483750"/>
              <pc:sldLayoutMk cId="3985997075" sldId="2147483767"/>
              <ac:spMk id="7" creationId="{2E5677A9-27B1-8B52-0EB4-CE56D577AD2A}"/>
            </ac:spMkLst>
          </pc:spChg>
        </pc:sldLayoutChg>
      </pc:sldMasterChg>
    </pc:docChg>
  </pc:docChgLst>
  <pc:docChgLst>
    <pc:chgData name="Rémi Jetté" userId="53c7ddef-1adc-46a1-8967-7ad9ba7529bc" providerId="ADAL" clId="{86B80565-BBCF-6D45-8796-911DD3A3CFAD}"/>
    <pc:docChg chg="undo custSel addSld delSld modSld">
      <pc:chgData name="Rémi Jetté" userId="53c7ddef-1adc-46a1-8967-7ad9ba7529bc" providerId="ADAL" clId="{86B80565-BBCF-6D45-8796-911DD3A3CFAD}" dt="2025-04-11T18:03:29.564" v="1501" actId="20577"/>
      <pc:docMkLst>
        <pc:docMk/>
      </pc:docMkLst>
      <pc:sldChg chg="modSp">
        <pc:chgData name="Rémi Jetté" userId="53c7ddef-1adc-46a1-8967-7ad9ba7529bc" providerId="ADAL" clId="{86B80565-BBCF-6D45-8796-911DD3A3CFAD}" dt="2025-04-11T17:51:22.816" v="1433" actId="1076"/>
        <pc:sldMkLst>
          <pc:docMk/>
          <pc:sldMk cId="600726333" sldId="256"/>
        </pc:sldMkLst>
        <pc:picChg chg="mod">
          <ac:chgData name="Rémi Jetté" userId="53c7ddef-1adc-46a1-8967-7ad9ba7529bc" providerId="ADAL" clId="{86B80565-BBCF-6D45-8796-911DD3A3CFAD}" dt="2025-04-11T17:51:22.816" v="1433" actId="1076"/>
          <ac:picMkLst>
            <pc:docMk/>
            <pc:sldMk cId="600726333" sldId="256"/>
            <ac:picMk id="1026" creationId="{EE139CA0-9414-BBEE-9BB6-B8F48B3E4147}"/>
          </ac:picMkLst>
        </pc:picChg>
      </pc:sldChg>
      <pc:sldChg chg="modSp mod">
        <pc:chgData name="Rémi Jetté" userId="53c7ddef-1adc-46a1-8967-7ad9ba7529bc" providerId="ADAL" clId="{86B80565-BBCF-6D45-8796-911DD3A3CFAD}" dt="2025-04-10T16:34:48.626" v="444" actId="403"/>
        <pc:sldMkLst>
          <pc:docMk/>
          <pc:sldMk cId="2527207027" sldId="257"/>
        </pc:sldMkLst>
        <pc:spChg chg="mod">
          <ac:chgData name="Rémi Jetté" userId="53c7ddef-1adc-46a1-8967-7ad9ba7529bc" providerId="ADAL" clId="{86B80565-BBCF-6D45-8796-911DD3A3CFAD}" dt="2025-04-10T16:34:48.626" v="444" actId="403"/>
          <ac:spMkLst>
            <pc:docMk/>
            <pc:sldMk cId="2527207027" sldId="257"/>
            <ac:spMk id="3" creationId="{483855E6-DF17-79A4-DB71-E71392608600}"/>
          </ac:spMkLst>
        </pc:spChg>
      </pc:sldChg>
      <pc:sldChg chg="modSp mod">
        <pc:chgData name="Rémi Jetté" userId="53c7ddef-1adc-46a1-8967-7ad9ba7529bc" providerId="ADAL" clId="{86B80565-BBCF-6D45-8796-911DD3A3CFAD}" dt="2025-04-11T17:49:33.061" v="1432" actId="20577"/>
        <pc:sldMkLst>
          <pc:docMk/>
          <pc:sldMk cId="926014848" sldId="258"/>
        </pc:sldMkLst>
        <pc:spChg chg="mod">
          <ac:chgData name="Rémi Jetté" userId="53c7ddef-1adc-46a1-8967-7ad9ba7529bc" providerId="ADAL" clId="{86B80565-BBCF-6D45-8796-911DD3A3CFAD}" dt="2025-04-11T17:49:33.061" v="1432" actId="20577"/>
          <ac:spMkLst>
            <pc:docMk/>
            <pc:sldMk cId="926014848" sldId="258"/>
            <ac:spMk id="2" creationId="{FD57F8FD-A730-4C80-9518-94BBAE96B699}"/>
          </ac:spMkLst>
        </pc:spChg>
        <pc:spChg chg="mod">
          <ac:chgData name="Rémi Jetté" userId="53c7ddef-1adc-46a1-8967-7ad9ba7529bc" providerId="ADAL" clId="{86B80565-BBCF-6D45-8796-911DD3A3CFAD}" dt="2025-04-10T17:26:11.281" v="924" actId="20577"/>
          <ac:spMkLst>
            <pc:docMk/>
            <pc:sldMk cId="926014848" sldId="258"/>
            <ac:spMk id="3" creationId="{0BC699B1-A656-BE87-1B9D-9F9652031324}"/>
          </ac:spMkLst>
        </pc:spChg>
      </pc:sldChg>
      <pc:sldChg chg="modSp mod">
        <pc:chgData name="Rémi Jetté" userId="53c7ddef-1adc-46a1-8967-7ad9ba7529bc" providerId="ADAL" clId="{86B80565-BBCF-6D45-8796-911DD3A3CFAD}" dt="2025-04-10T17:24:33.264" v="916" actId="20577"/>
        <pc:sldMkLst>
          <pc:docMk/>
          <pc:sldMk cId="1879701803" sldId="262"/>
        </pc:sldMkLst>
        <pc:spChg chg="mod">
          <ac:chgData name="Rémi Jetté" userId="53c7ddef-1adc-46a1-8967-7ad9ba7529bc" providerId="ADAL" clId="{86B80565-BBCF-6D45-8796-911DD3A3CFAD}" dt="2025-04-10T17:24:33.264" v="916" actId="20577"/>
          <ac:spMkLst>
            <pc:docMk/>
            <pc:sldMk cId="1879701803" sldId="262"/>
            <ac:spMk id="3" creationId="{1FFC520F-4419-90FA-D3D2-DC5E987F2555}"/>
          </ac:spMkLst>
        </pc:spChg>
      </pc:sldChg>
      <pc:sldChg chg="modSp mod">
        <pc:chgData name="Rémi Jetté" userId="53c7ddef-1adc-46a1-8967-7ad9ba7529bc" providerId="ADAL" clId="{86B80565-BBCF-6D45-8796-911DD3A3CFAD}" dt="2025-04-11T17:53:44.968" v="1439" actId="20577"/>
        <pc:sldMkLst>
          <pc:docMk/>
          <pc:sldMk cId="2115913942" sldId="263"/>
        </pc:sldMkLst>
        <pc:spChg chg="mod">
          <ac:chgData name="Rémi Jetté" userId="53c7ddef-1adc-46a1-8967-7ad9ba7529bc" providerId="ADAL" clId="{86B80565-BBCF-6D45-8796-911DD3A3CFAD}" dt="2025-04-11T17:53:44.968" v="1439" actId="20577"/>
          <ac:spMkLst>
            <pc:docMk/>
            <pc:sldMk cId="2115913942" sldId="263"/>
            <ac:spMk id="3" creationId="{D5DF0114-ECD7-7349-B59E-F0DA96E2C263}"/>
          </ac:spMkLst>
        </pc:spChg>
      </pc:sldChg>
      <pc:sldChg chg="delSp modSp mod">
        <pc:chgData name="Rémi Jetté" userId="53c7ddef-1adc-46a1-8967-7ad9ba7529bc" providerId="ADAL" clId="{86B80565-BBCF-6D45-8796-911DD3A3CFAD}" dt="2025-04-10T16:51:57.978" v="726" actId="1076"/>
        <pc:sldMkLst>
          <pc:docMk/>
          <pc:sldMk cId="1547341113" sldId="266"/>
        </pc:sldMkLst>
        <pc:spChg chg="mod">
          <ac:chgData name="Rémi Jetté" userId="53c7ddef-1adc-46a1-8967-7ad9ba7529bc" providerId="ADAL" clId="{86B80565-BBCF-6D45-8796-911DD3A3CFAD}" dt="2025-04-10T16:51:57.978" v="726" actId="1076"/>
          <ac:spMkLst>
            <pc:docMk/>
            <pc:sldMk cId="1547341113" sldId="266"/>
            <ac:spMk id="3" creationId="{01676F08-91E7-D1B6-94CD-1BBD955ADB08}"/>
          </ac:spMkLst>
        </pc:spChg>
      </pc:sldChg>
      <pc:sldChg chg="addSp delSp modSp del mod addAnim delAnim">
        <pc:chgData name="Rémi Jetté" userId="53c7ddef-1adc-46a1-8967-7ad9ba7529bc" providerId="ADAL" clId="{86B80565-BBCF-6D45-8796-911DD3A3CFAD}" dt="2025-04-10T17:01:56.704" v="873" actId="2696"/>
        <pc:sldMkLst>
          <pc:docMk/>
          <pc:sldMk cId="1779757403" sldId="267"/>
        </pc:sldMkLst>
      </pc:sldChg>
      <pc:sldChg chg="del">
        <pc:chgData name="Rémi Jetté" userId="53c7ddef-1adc-46a1-8967-7ad9ba7529bc" providerId="ADAL" clId="{86B80565-BBCF-6D45-8796-911DD3A3CFAD}" dt="2025-04-10T17:18:35.020" v="900" actId="2696"/>
        <pc:sldMkLst>
          <pc:docMk/>
          <pc:sldMk cId="3370693184" sldId="271"/>
        </pc:sldMkLst>
      </pc:sldChg>
      <pc:sldChg chg="delSp modSp mod">
        <pc:chgData name="Rémi Jetté" userId="53c7ddef-1adc-46a1-8967-7ad9ba7529bc" providerId="ADAL" clId="{86B80565-BBCF-6D45-8796-911DD3A3CFAD}" dt="2025-04-11T18:03:29.564" v="1501" actId="20577"/>
        <pc:sldMkLst>
          <pc:docMk/>
          <pc:sldMk cId="2168780047" sldId="274"/>
        </pc:sldMkLst>
        <pc:spChg chg="mod">
          <ac:chgData name="Rémi Jetté" userId="53c7ddef-1adc-46a1-8967-7ad9ba7529bc" providerId="ADAL" clId="{86B80565-BBCF-6D45-8796-911DD3A3CFAD}" dt="2025-04-11T17:46:23.580" v="1262" actId="20577"/>
          <ac:spMkLst>
            <pc:docMk/>
            <pc:sldMk cId="2168780047" sldId="274"/>
            <ac:spMk id="2" creationId="{40C6C1F7-54EF-C720-D583-003D1F92DA6C}"/>
          </ac:spMkLst>
        </pc:spChg>
        <pc:spChg chg="mod">
          <ac:chgData name="Rémi Jetté" userId="53c7ddef-1adc-46a1-8967-7ad9ba7529bc" providerId="ADAL" clId="{86B80565-BBCF-6D45-8796-911DD3A3CFAD}" dt="2025-04-11T18:03:29.564" v="1501" actId="20577"/>
          <ac:spMkLst>
            <pc:docMk/>
            <pc:sldMk cId="2168780047" sldId="274"/>
            <ac:spMk id="3" creationId="{66CAB05D-252E-FE47-9D63-4B8342D45D5B}"/>
          </ac:spMkLst>
        </pc:spChg>
      </pc:sldChg>
      <pc:sldChg chg="modSp new mod">
        <pc:chgData name="Rémi Jetté" userId="53c7ddef-1adc-46a1-8967-7ad9ba7529bc" providerId="ADAL" clId="{86B80565-BBCF-6D45-8796-911DD3A3CFAD}" dt="2025-04-11T14:49:22.167" v="1243" actId="20577"/>
        <pc:sldMkLst>
          <pc:docMk/>
          <pc:sldMk cId="37076446" sldId="275"/>
        </pc:sldMkLst>
        <pc:spChg chg="mod">
          <ac:chgData name="Rémi Jetté" userId="53c7ddef-1adc-46a1-8967-7ad9ba7529bc" providerId="ADAL" clId="{86B80565-BBCF-6D45-8796-911DD3A3CFAD}" dt="2025-04-10T16:33:05.229" v="430" actId="20577"/>
          <ac:spMkLst>
            <pc:docMk/>
            <pc:sldMk cId="37076446" sldId="275"/>
            <ac:spMk id="2" creationId="{0F3A17C6-0B6A-A5AF-89BC-2810E907E780}"/>
          </ac:spMkLst>
        </pc:spChg>
        <pc:spChg chg="mod">
          <ac:chgData name="Rémi Jetté" userId="53c7ddef-1adc-46a1-8967-7ad9ba7529bc" providerId="ADAL" clId="{86B80565-BBCF-6D45-8796-911DD3A3CFAD}" dt="2025-04-11T14:49:22.167" v="1243" actId="20577"/>
          <ac:spMkLst>
            <pc:docMk/>
            <pc:sldMk cId="37076446" sldId="275"/>
            <ac:spMk id="3" creationId="{BBD74D45-DD57-7F70-E73D-DCDFF2614138}"/>
          </ac:spMkLst>
        </pc:spChg>
      </pc:sldChg>
      <pc:sldChg chg="modSp new mod">
        <pc:chgData name="Rémi Jetté" userId="53c7ddef-1adc-46a1-8967-7ad9ba7529bc" providerId="ADAL" clId="{86B80565-BBCF-6D45-8796-911DD3A3CFAD}" dt="2025-04-10T16:52:44.982" v="727"/>
        <pc:sldMkLst>
          <pc:docMk/>
          <pc:sldMk cId="2737096223" sldId="276"/>
        </pc:sldMkLst>
        <pc:spChg chg="mod">
          <ac:chgData name="Rémi Jetté" userId="53c7ddef-1adc-46a1-8967-7ad9ba7529bc" providerId="ADAL" clId="{86B80565-BBCF-6D45-8796-911DD3A3CFAD}" dt="2025-04-10T16:41:37.524" v="706" actId="20577"/>
          <ac:spMkLst>
            <pc:docMk/>
            <pc:sldMk cId="2737096223" sldId="276"/>
            <ac:spMk id="2" creationId="{487DC411-E74E-5D10-2163-661FFA39E00F}"/>
          </ac:spMkLst>
        </pc:spChg>
        <pc:picChg chg="mod">
          <ac:chgData name="Rémi Jetté" userId="53c7ddef-1adc-46a1-8967-7ad9ba7529bc" providerId="ADAL" clId="{86B80565-BBCF-6D45-8796-911DD3A3CFAD}" dt="2025-04-10T16:52:44.982" v="727"/>
          <ac:picMkLst>
            <pc:docMk/>
            <pc:sldMk cId="2737096223" sldId="276"/>
            <ac:picMk id="5" creationId="{EDE59AC7-5356-6787-A13D-F8EB3493C2BB}"/>
          </ac:picMkLst>
        </pc:picChg>
      </pc:sldChg>
    </pc:docChg>
  </pc:docChgLst>
  <pc:docChgLst>
    <pc:chgData name="Hugo Bergeron" userId="59293051-4354-40d9-86fb-fdc9df8c71c9" providerId="ADAL" clId="{D9A49791-4E41-4E3F-91D5-980D4B04792D}"/>
    <pc:docChg chg="undo custSel addSld modSld sldOrd">
      <pc:chgData name="Hugo Bergeron" userId="59293051-4354-40d9-86fb-fdc9df8c71c9" providerId="ADAL" clId="{D9A49791-4E41-4E3F-91D5-980D4B04792D}" dt="2025-04-12T00:43:51.605" v="1175" actId="1076"/>
      <pc:docMkLst>
        <pc:docMk/>
      </pc:docMkLst>
      <pc:sldChg chg="addSp modSp mod setBg">
        <pc:chgData name="Hugo Bergeron" userId="59293051-4354-40d9-86fb-fdc9df8c71c9" providerId="ADAL" clId="{D9A49791-4E41-4E3F-91D5-980D4B04792D}" dt="2025-04-11T17:17:35.982" v="1034" actId="166"/>
        <pc:sldMkLst>
          <pc:docMk/>
          <pc:sldMk cId="600726333" sldId="256"/>
        </pc:sldMkLst>
        <pc:spChg chg="mod">
          <ac:chgData name="Hugo Bergeron" userId="59293051-4354-40d9-86fb-fdc9df8c71c9" providerId="ADAL" clId="{D9A49791-4E41-4E3F-91D5-980D4B04792D}" dt="2025-04-11T17:17:25.098" v="1033" actId="26606"/>
          <ac:spMkLst>
            <pc:docMk/>
            <pc:sldMk cId="600726333" sldId="256"/>
            <ac:spMk id="2" creationId="{C2DCE1EF-F348-2192-5317-E4F3C6805428}"/>
          </ac:spMkLst>
        </pc:spChg>
        <pc:spChg chg="mod">
          <ac:chgData name="Hugo Bergeron" userId="59293051-4354-40d9-86fb-fdc9df8c71c9" providerId="ADAL" clId="{D9A49791-4E41-4E3F-91D5-980D4B04792D}" dt="2025-04-11T17:17:25.098" v="1033" actId="26606"/>
          <ac:spMkLst>
            <pc:docMk/>
            <pc:sldMk cId="600726333" sldId="256"/>
            <ac:spMk id="5" creationId="{C55DE5C7-F649-C3BE-F051-565CCA257BD6}"/>
          </ac:spMkLst>
        </pc:spChg>
        <pc:picChg chg="add mod">
          <ac:chgData name="Hugo Bergeron" userId="59293051-4354-40d9-86fb-fdc9df8c71c9" providerId="ADAL" clId="{D9A49791-4E41-4E3F-91D5-980D4B04792D}" dt="2025-04-11T17:17:35.982" v="1034" actId="166"/>
          <ac:picMkLst>
            <pc:docMk/>
            <pc:sldMk cId="600726333" sldId="256"/>
            <ac:picMk id="1026" creationId="{EE139CA0-9414-BBEE-9BB6-B8F48B3E4147}"/>
          </ac:picMkLst>
        </pc:picChg>
      </pc:sldChg>
      <pc:sldChg chg="addSp delSp modSp mod">
        <pc:chgData name="Hugo Bergeron" userId="59293051-4354-40d9-86fb-fdc9df8c71c9" providerId="ADAL" clId="{D9A49791-4E41-4E3F-91D5-980D4B04792D}" dt="2025-04-11T17:15:13.735" v="1029" actId="403"/>
        <pc:sldMkLst>
          <pc:docMk/>
          <pc:sldMk cId="2527207027" sldId="257"/>
        </pc:sldMkLst>
        <pc:spChg chg="add mod">
          <ac:chgData name="Hugo Bergeron" userId="59293051-4354-40d9-86fb-fdc9df8c71c9" providerId="ADAL" clId="{D9A49791-4E41-4E3F-91D5-980D4B04792D}" dt="2025-04-11T17:15:13.735" v="1029" actId="403"/>
          <ac:spMkLst>
            <pc:docMk/>
            <pc:sldMk cId="2527207027" sldId="257"/>
            <ac:spMk id="5" creationId="{C1D324E1-AE82-EED0-1985-B1FA46EB3993}"/>
          </ac:spMkLst>
        </pc:spChg>
        <pc:picChg chg="add mod">
          <ac:chgData name="Hugo Bergeron" userId="59293051-4354-40d9-86fb-fdc9df8c71c9" providerId="ADAL" clId="{D9A49791-4E41-4E3F-91D5-980D4B04792D}" dt="2025-04-11T15:17:34.669" v="1009" actId="1076"/>
          <ac:picMkLst>
            <pc:docMk/>
            <pc:sldMk cId="2527207027" sldId="257"/>
            <ac:picMk id="4" creationId="{9E07ADAD-B825-4A9A-2A34-6DB650D196DF}"/>
          </ac:picMkLst>
        </pc:picChg>
      </pc:sldChg>
      <pc:sldChg chg="modSp mod ord">
        <pc:chgData name="Hugo Bergeron" userId="59293051-4354-40d9-86fb-fdc9df8c71c9" providerId="ADAL" clId="{D9A49791-4E41-4E3F-91D5-980D4B04792D}" dt="2025-04-11T17:45:29.669" v="1167" actId="20577"/>
        <pc:sldMkLst>
          <pc:docMk/>
          <pc:sldMk cId="1879701803" sldId="262"/>
        </pc:sldMkLst>
        <pc:spChg chg="mod">
          <ac:chgData name="Hugo Bergeron" userId="59293051-4354-40d9-86fb-fdc9df8c71c9" providerId="ADAL" clId="{D9A49791-4E41-4E3F-91D5-980D4B04792D}" dt="2025-04-11T17:45:29.669" v="1167" actId="20577"/>
          <ac:spMkLst>
            <pc:docMk/>
            <pc:sldMk cId="1879701803" sldId="262"/>
            <ac:spMk id="3" creationId="{1FFC520F-4419-90FA-D3D2-DC5E987F2555}"/>
          </ac:spMkLst>
        </pc:spChg>
      </pc:sldChg>
      <pc:sldChg chg="addSp modSp mod ord">
        <pc:chgData name="Hugo Bergeron" userId="59293051-4354-40d9-86fb-fdc9df8c71c9" providerId="ADAL" clId="{D9A49791-4E41-4E3F-91D5-980D4B04792D}" dt="2025-04-11T17:44:53.953" v="1137" actId="208"/>
        <pc:sldMkLst>
          <pc:docMk/>
          <pc:sldMk cId="3300780283" sldId="270"/>
        </pc:sldMkLst>
        <pc:spChg chg="add mod">
          <ac:chgData name="Hugo Bergeron" userId="59293051-4354-40d9-86fb-fdc9df8c71c9" providerId="ADAL" clId="{D9A49791-4E41-4E3F-91D5-980D4B04792D}" dt="2025-04-11T17:44:53.953" v="1137" actId="208"/>
          <ac:spMkLst>
            <pc:docMk/>
            <pc:sldMk cId="3300780283" sldId="270"/>
            <ac:spMk id="6" creationId="{3DB3FD17-A449-1D1C-C7CA-84FB8EF0A4C5}"/>
          </ac:spMkLst>
        </pc:spChg>
        <pc:picChg chg="mod">
          <ac:chgData name="Hugo Bergeron" userId="59293051-4354-40d9-86fb-fdc9df8c71c9" providerId="ADAL" clId="{D9A49791-4E41-4E3F-91D5-980D4B04792D}" dt="2025-04-11T17:44:07.019" v="1134" actId="1076"/>
          <ac:picMkLst>
            <pc:docMk/>
            <pc:sldMk cId="3300780283" sldId="270"/>
            <ac:picMk id="4" creationId="{3A7A9CFC-AB20-BAF1-A0A3-29AABC4664C1}"/>
          </ac:picMkLst>
        </pc:picChg>
        <pc:picChg chg="add mod modCrop">
          <ac:chgData name="Hugo Bergeron" userId="59293051-4354-40d9-86fb-fdc9df8c71c9" providerId="ADAL" clId="{D9A49791-4E41-4E3F-91D5-980D4B04792D}" dt="2025-04-11T17:44:04.737" v="1133" actId="1076"/>
          <ac:picMkLst>
            <pc:docMk/>
            <pc:sldMk cId="3300780283" sldId="270"/>
            <ac:picMk id="5" creationId="{8FF58947-8E55-5792-D757-10E6EA60071C}"/>
          </ac:picMkLst>
        </pc:picChg>
      </pc:sldChg>
      <pc:sldChg chg="ord">
        <pc:chgData name="Hugo Bergeron" userId="59293051-4354-40d9-86fb-fdc9df8c71c9" providerId="ADAL" clId="{D9A49791-4E41-4E3F-91D5-980D4B04792D}" dt="2025-04-11T17:36:36.702" v="1112"/>
        <pc:sldMkLst>
          <pc:docMk/>
          <pc:sldMk cId="37076446" sldId="275"/>
        </pc:sldMkLst>
      </pc:sldChg>
      <pc:sldChg chg="addSp modSp new mod setBg modAnim">
        <pc:chgData name="Hugo Bergeron" userId="59293051-4354-40d9-86fb-fdc9df8c71c9" providerId="ADAL" clId="{D9A49791-4E41-4E3F-91D5-980D4B04792D}" dt="2025-04-11T17:23:46.093" v="1043" actId="20577"/>
        <pc:sldMkLst>
          <pc:docMk/>
          <pc:sldMk cId="1487355682" sldId="277"/>
        </pc:sldMkLst>
        <pc:spChg chg="mod">
          <ac:chgData name="Hugo Bergeron" userId="59293051-4354-40d9-86fb-fdc9df8c71c9" providerId="ADAL" clId="{D9A49791-4E41-4E3F-91D5-980D4B04792D}" dt="2025-04-11T17:18:54.718" v="1036" actId="26606"/>
          <ac:spMkLst>
            <pc:docMk/>
            <pc:sldMk cId="1487355682" sldId="277"/>
            <ac:spMk id="2" creationId="{1C5F11D9-049C-9D28-975C-22398D6CEB6B}"/>
          </ac:spMkLst>
        </pc:spChg>
        <pc:spChg chg="mod ord">
          <ac:chgData name="Hugo Bergeron" userId="59293051-4354-40d9-86fb-fdc9df8c71c9" providerId="ADAL" clId="{D9A49791-4E41-4E3F-91D5-980D4B04792D}" dt="2025-04-11T17:23:46.093" v="1043" actId="20577"/>
          <ac:spMkLst>
            <pc:docMk/>
            <pc:sldMk cId="1487355682" sldId="277"/>
            <ac:spMk id="3" creationId="{A1BA1A53-675D-BF19-D3F0-9A25138D1D7E}"/>
          </ac:spMkLst>
        </pc:spChg>
        <pc:picChg chg="add mod">
          <ac:chgData name="Hugo Bergeron" userId="59293051-4354-40d9-86fb-fdc9df8c71c9" providerId="ADAL" clId="{D9A49791-4E41-4E3F-91D5-980D4B04792D}" dt="2025-04-11T17:19:19.689" v="1040" actId="1076"/>
          <ac:picMkLst>
            <pc:docMk/>
            <pc:sldMk cId="1487355682" sldId="277"/>
            <ac:picMk id="4" creationId="{1D3EB202-5802-9987-DEBA-5AA612BCD0E6}"/>
          </ac:picMkLst>
        </pc:picChg>
      </pc:sldChg>
      <pc:sldChg chg="addSp delSp modSp new mod setBg modAnim">
        <pc:chgData name="Hugo Bergeron" userId="59293051-4354-40d9-86fb-fdc9df8c71c9" providerId="ADAL" clId="{D9A49791-4E41-4E3F-91D5-980D4B04792D}" dt="2025-04-12T00:43:51.605" v="1175" actId="1076"/>
        <pc:sldMkLst>
          <pc:docMk/>
          <pc:sldMk cId="3595354297" sldId="278"/>
        </pc:sldMkLst>
        <pc:spChg chg="mod">
          <ac:chgData name="Hugo Bergeron" userId="59293051-4354-40d9-86fb-fdc9df8c71c9" providerId="ADAL" clId="{D9A49791-4E41-4E3F-91D5-980D4B04792D}" dt="2025-04-11T13:47:27.075" v="98" actId="26606"/>
          <ac:spMkLst>
            <pc:docMk/>
            <pc:sldMk cId="3595354297" sldId="278"/>
            <ac:spMk id="2" creationId="{007444C0-CCB2-5A38-1EEF-13612BC155E3}"/>
          </ac:spMkLst>
        </pc:spChg>
        <pc:picChg chg="add mod ord">
          <ac:chgData name="Hugo Bergeron" userId="59293051-4354-40d9-86fb-fdc9df8c71c9" providerId="ADAL" clId="{D9A49791-4E41-4E3F-91D5-980D4B04792D}" dt="2025-04-12T00:43:48.957" v="1174" actId="1076"/>
          <ac:picMkLst>
            <pc:docMk/>
            <pc:sldMk cId="3595354297" sldId="278"/>
            <ac:picMk id="4" creationId="{72E00388-A164-D6E0-6DFC-10D15B36B317}"/>
          </ac:picMkLst>
        </pc:picChg>
        <pc:picChg chg="add mod">
          <ac:chgData name="Hugo Bergeron" userId="59293051-4354-40d9-86fb-fdc9df8c71c9" providerId="ADAL" clId="{D9A49791-4E41-4E3F-91D5-980D4B04792D}" dt="2025-04-12T00:43:51.605" v="1175" actId="1076"/>
          <ac:picMkLst>
            <pc:docMk/>
            <pc:sldMk cId="3595354297" sldId="278"/>
            <ac:picMk id="5" creationId="{3F36130B-BC56-0AD7-C837-A85F5E7C6DBE}"/>
          </ac:picMkLst>
        </pc:picChg>
      </pc:sldChg>
    </pc:docChg>
  </pc:docChgLst>
  <pc:docChgLst>
    <pc:chgData name="Samuel Hamelin" userId="3a69b402-b0bd-49ec-ad68-559df2bc6606" providerId="ADAL" clId="{4980F482-A40E-4A8D-937B-E557B87732C5}"/>
    <pc:docChg chg="undo custSel addSld delSld modSld">
      <pc:chgData name="Samuel Hamelin" userId="3a69b402-b0bd-49ec-ad68-559df2bc6606" providerId="ADAL" clId="{4980F482-A40E-4A8D-937B-E557B87732C5}" dt="2025-02-26T03:23:08.861" v="397" actId="47"/>
      <pc:docMkLst>
        <pc:docMk/>
      </pc:docMkLst>
      <pc:sldChg chg="addSp modSp mod">
        <pc:chgData name="Samuel Hamelin" userId="3a69b402-b0bd-49ec-ad68-559df2bc6606" providerId="ADAL" clId="{4980F482-A40E-4A8D-937B-E557B87732C5}" dt="2025-02-26T00:29:53.509" v="156" actId="20577"/>
        <pc:sldMkLst>
          <pc:docMk/>
          <pc:sldMk cId="600726333" sldId="256"/>
        </pc:sldMkLst>
      </pc:sldChg>
      <pc:sldChg chg="modSp mod">
        <pc:chgData name="Samuel Hamelin" userId="3a69b402-b0bd-49ec-ad68-559df2bc6606" providerId="ADAL" clId="{4980F482-A40E-4A8D-937B-E557B87732C5}" dt="2025-02-26T00:34:32.544" v="180" actId="20577"/>
        <pc:sldMkLst>
          <pc:docMk/>
          <pc:sldMk cId="1559430016" sldId="259"/>
        </pc:sldMkLst>
      </pc:sldChg>
      <pc:sldChg chg="addSp delSp modSp mod setBg delAnim">
        <pc:chgData name="Samuel Hamelin" userId="3a69b402-b0bd-49ec-ad68-559df2bc6606" providerId="ADAL" clId="{4980F482-A40E-4A8D-937B-E557B87732C5}" dt="2025-02-26T01:50:36.112" v="370" actId="20577"/>
        <pc:sldMkLst>
          <pc:docMk/>
          <pc:sldMk cId="2918527285" sldId="260"/>
        </pc:sldMkLst>
      </pc:sldChg>
      <pc:sldChg chg="addSp delSp modSp new del mod setBg">
        <pc:chgData name="Samuel Hamelin" userId="3a69b402-b0bd-49ec-ad68-559df2bc6606" providerId="ADAL" clId="{4980F482-A40E-4A8D-937B-E557B87732C5}" dt="2025-02-26T03:23:08.861" v="397" actId="47"/>
        <pc:sldMkLst>
          <pc:docMk/>
          <pc:sldMk cId="726584797" sldId="264"/>
        </pc:sldMkLst>
      </pc:sldChg>
      <pc:sldChg chg="addSp delSp modSp add mod delAnim">
        <pc:chgData name="Samuel Hamelin" userId="3a69b402-b0bd-49ec-ad68-559df2bc6606" providerId="ADAL" clId="{4980F482-A40E-4A8D-937B-E557B87732C5}" dt="2025-02-26T03:22:43.004" v="396" actId="20577"/>
        <pc:sldMkLst>
          <pc:docMk/>
          <pc:sldMk cId="3343017845" sldId="268"/>
        </pc:sldMkLst>
        <pc:spChg chg="mod">
          <ac:chgData name="Samuel Hamelin" userId="3a69b402-b0bd-49ec-ad68-559df2bc6606" providerId="ADAL" clId="{4980F482-A40E-4A8D-937B-E557B87732C5}" dt="2025-02-26T03:22:43.004" v="396" actId="20577"/>
          <ac:spMkLst>
            <pc:docMk/>
            <pc:sldMk cId="3343017845" sldId="268"/>
            <ac:spMk id="5" creationId="{861C3D31-654B-658B-012C-BA3204ECD3E0}"/>
          </ac:spMkLst>
        </pc:spChg>
        <pc:picChg chg="add mod">
          <ac:chgData name="Samuel Hamelin" userId="3a69b402-b0bd-49ec-ad68-559df2bc6606" providerId="ADAL" clId="{4980F482-A40E-4A8D-937B-E557B87732C5}" dt="2025-02-26T03:21:13.064" v="379" actId="1076"/>
          <ac:picMkLst>
            <pc:docMk/>
            <pc:sldMk cId="3343017845" sldId="268"/>
            <ac:picMk id="2" creationId="{494573A3-0178-5A43-9A9B-98F644025D54}"/>
          </ac:picMkLst>
        </pc:picChg>
        <pc:picChg chg="add mod">
          <ac:chgData name="Samuel Hamelin" userId="3a69b402-b0bd-49ec-ad68-559df2bc6606" providerId="ADAL" clId="{4980F482-A40E-4A8D-937B-E557B87732C5}" dt="2025-02-26T03:21:33.236" v="385" actId="1076"/>
          <ac:picMkLst>
            <pc:docMk/>
            <pc:sldMk cId="3343017845" sldId="268"/>
            <ac:picMk id="22" creationId="{18EB6C8A-7F90-1CCB-C047-914C60214346}"/>
          </ac:picMkLst>
        </pc:picChg>
      </pc:sldChg>
    </pc:docChg>
  </pc:docChgLst>
  <pc:docChgLst>
    <pc:chgData name="Rémi Jetté" userId="53c7ddef-1adc-46a1-8967-7ad9ba7529bc" providerId="ADAL" clId="{7B14F307-4C9F-7944-84A0-5065131BEFE7}"/>
    <pc:docChg chg="delSld">
      <pc:chgData name="Rémi Jetté" userId="53c7ddef-1adc-46a1-8967-7ad9ba7529bc" providerId="ADAL" clId="{7B14F307-4C9F-7944-84A0-5065131BEFE7}" dt="2025-04-10T15:00:45.044" v="0" actId="2696"/>
      <pc:docMkLst>
        <pc:docMk/>
      </pc:docMkLst>
      <pc:sldChg chg="del">
        <pc:chgData name="Rémi Jetté" userId="53c7ddef-1adc-46a1-8967-7ad9ba7529bc" providerId="ADAL" clId="{7B14F307-4C9F-7944-84A0-5065131BEFE7}" dt="2025-04-10T15:00:45.044" v="0" actId="2696"/>
        <pc:sldMkLst>
          <pc:docMk/>
          <pc:sldMk cId="1559430016" sldId="259"/>
        </pc:sldMkLst>
      </pc:sldChg>
    </pc:docChg>
  </pc:docChgLst>
  <pc:docChgLst>
    <pc:chgData name="Justin Marcoux" userId="S::marj1427@usherbrooke.ca::9d67051b-36c8-40cd-9aad-e42724acdfb2" providerId="AD" clId="Web-{F910A75F-4ECD-4492-839A-79310A0AFA22}"/>
    <pc:docChg chg="modSld">
      <pc:chgData name="Justin Marcoux" userId="S::marj1427@usherbrooke.ca::9d67051b-36c8-40cd-9aad-e42724acdfb2" providerId="AD" clId="Web-{F910A75F-4ECD-4492-839A-79310A0AFA22}" dt="2025-04-11T15:09:57.459" v="20" actId="1076"/>
      <pc:docMkLst>
        <pc:docMk/>
      </pc:docMkLst>
      <pc:sldChg chg="addSp modSp">
        <pc:chgData name="Justin Marcoux" userId="S::marj1427@usherbrooke.ca::9d67051b-36c8-40cd-9aad-e42724acdfb2" providerId="AD" clId="Web-{F910A75F-4ECD-4492-839A-79310A0AFA22}" dt="2025-04-11T15:09:57.459" v="20" actId="1076"/>
        <pc:sldMkLst>
          <pc:docMk/>
          <pc:sldMk cId="1547341113" sldId="266"/>
        </pc:sldMkLst>
        <pc:spChg chg="mod">
          <ac:chgData name="Justin Marcoux" userId="S::marj1427@usherbrooke.ca::9d67051b-36c8-40cd-9aad-e42724acdfb2" providerId="AD" clId="Web-{F910A75F-4ECD-4492-839A-79310A0AFA22}" dt="2025-04-11T15:09:27.615" v="16" actId="20577"/>
          <ac:spMkLst>
            <pc:docMk/>
            <pc:sldMk cId="1547341113" sldId="266"/>
            <ac:spMk id="3" creationId="{01676F08-91E7-D1B6-94CD-1BBD955ADB08}"/>
          </ac:spMkLst>
        </pc:spChg>
        <pc:picChg chg="add mod">
          <ac:chgData name="Justin Marcoux" userId="S::marj1427@usherbrooke.ca::9d67051b-36c8-40cd-9aad-e42724acdfb2" providerId="AD" clId="Web-{F910A75F-4ECD-4492-839A-79310A0AFA22}" dt="2025-04-11T15:09:57.459" v="20" actId="1076"/>
          <ac:picMkLst>
            <pc:docMk/>
            <pc:sldMk cId="1547341113" sldId="266"/>
            <ac:picMk id="5" creationId="{2C8A52B3-E36D-8446-40B2-FE6E669F28BA}"/>
          </ac:picMkLst>
        </pc:picChg>
      </pc:sldChg>
    </pc:docChg>
  </pc:docChgLst>
  <pc:docChgLst>
    <pc:chgData name="Rémi Jetté" userId="53c7ddef-1adc-46a1-8967-7ad9ba7529bc" providerId="ADAL" clId="{92A5BAE5-9A8B-4AAA-830A-3587AEB38838}"/>
    <pc:docChg chg="custSel modSld">
      <pc:chgData name="Rémi Jetté" userId="53c7ddef-1adc-46a1-8967-7ad9ba7529bc" providerId="ADAL" clId="{92A5BAE5-9A8B-4AAA-830A-3587AEB38838}" dt="2025-04-10T23:04:50.059" v="6" actId="20577"/>
      <pc:docMkLst>
        <pc:docMk/>
      </pc:docMkLst>
      <pc:sldChg chg="modSp">
        <pc:chgData name="Rémi Jetté" userId="53c7ddef-1adc-46a1-8967-7ad9ba7529bc" providerId="ADAL" clId="{92A5BAE5-9A8B-4AAA-830A-3587AEB38838}" dt="2025-04-10T23:04:18.291" v="4" actId="1076"/>
        <pc:sldMkLst>
          <pc:docMk/>
          <pc:sldMk cId="2527207027" sldId="257"/>
        </pc:sldMkLst>
      </pc:sldChg>
      <pc:sldChg chg="modSp mod">
        <pc:chgData name="Rémi Jetté" userId="53c7ddef-1adc-46a1-8967-7ad9ba7529bc" providerId="ADAL" clId="{92A5BAE5-9A8B-4AAA-830A-3587AEB38838}" dt="2025-04-10T23:04:50.059" v="6" actId="20577"/>
        <pc:sldMkLst>
          <pc:docMk/>
          <pc:sldMk cId="926014848" sldId="258"/>
        </pc:sldMkLst>
        <pc:spChg chg="mod">
          <ac:chgData name="Rémi Jetté" userId="53c7ddef-1adc-46a1-8967-7ad9ba7529bc" providerId="ADAL" clId="{92A5BAE5-9A8B-4AAA-830A-3587AEB38838}" dt="2025-04-10T23:04:50.059" v="6" actId="20577"/>
          <ac:spMkLst>
            <pc:docMk/>
            <pc:sldMk cId="926014848" sldId="258"/>
            <ac:spMk id="3" creationId="{0BC699B1-A656-BE87-1B9D-9F9652031324}"/>
          </ac:spMkLst>
        </pc:spChg>
      </pc:sldChg>
      <pc:sldChg chg="modSp mod">
        <pc:chgData name="Rémi Jetté" userId="53c7ddef-1adc-46a1-8967-7ad9ba7529bc" providerId="ADAL" clId="{92A5BAE5-9A8B-4AAA-830A-3587AEB38838}" dt="2025-04-10T21:50:59.813" v="1" actId="27636"/>
        <pc:sldMkLst>
          <pc:docMk/>
          <pc:sldMk cId="3300780283" sldId="270"/>
        </pc:sldMkLst>
        <pc:spChg chg="mod">
          <ac:chgData name="Rémi Jetté" userId="53c7ddef-1adc-46a1-8967-7ad9ba7529bc" providerId="ADAL" clId="{92A5BAE5-9A8B-4AAA-830A-3587AEB38838}" dt="2025-04-10T21:50:59.813" v="1" actId="27636"/>
          <ac:spMkLst>
            <pc:docMk/>
            <pc:sldMk cId="3300780283" sldId="270"/>
            <ac:spMk id="3" creationId="{80AD043C-3BC7-E14F-88E5-F256793A2C85}"/>
          </ac:spMkLst>
        </pc:spChg>
      </pc:sldChg>
    </pc:docChg>
  </pc:docChgLst>
  <pc:docChgLst>
    <pc:chgData name="Maxence Jacob-Laforce" userId="S::jacm1804@usherbrooke.ca::bf715c67-37ba-46c9-a296-ad9454d24cd9" providerId="AD" clId="Web-{F044A0C1-90E8-4118-8890-5A6B445264E3}"/>
    <pc:docChg chg="modSld">
      <pc:chgData name="Maxence Jacob-Laforce" userId="S::jacm1804@usherbrooke.ca::bf715c67-37ba-46c9-a296-ad9454d24cd9" providerId="AD" clId="Web-{F044A0C1-90E8-4118-8890-5A6B445264E3}" dt="2025-02-26T14:32:21.265" v="108" actId="20577"/>
      <pc:docMkLst>
        <pc:docMk/>
      </pc:docMkLst>
      <pc:sldChg chg="addSp modSp mod setBg">
        <pc:chgData name="Maxence Jacob-Laforce" userId="S::jacm1804@usherbrooke.ca::bf715c67-37ba-46c9-a296-ad9454d24cd9" providerId="AD" clId="Web-{F044A0C1-90E8-4118-8890-5A6B445264E3}" dt="2025-02-26T14:32:21.265" v="108" actId="20577"/>
        <pc:sldMkLst>
          <pc:docMk/>
          <pc:sldMk cId="3300780283" sldId="270"/>
        </pc:sldMkLst>
        <pc:spChg chg="mod">
          <ac:chgData name="Maxence Jacob-Laforce" userId="S::jacm1804@usherbrooke.ca::bf715c67-37ba-46c9-a296-ad9454d24cd9" providerId="AD" clId="Web-{F044A0C1-90E8-4118-8890-5A6B445264E3}" dt="2025-02-26T14:31:17.231" v="84"/>
          <ac:spMkLst>
            <pc:docMk/>
            <pc:sldMk cId="3300780283" sldId="270"/>
            <ac:spMk id="2" creationId="{4B7A347A-0E2B-B100-B57A-65A287C0CABA}"/>
          </ac:spMkLst>
        </pc:spChg>
        <pc:spChg chg="mod">
          <ac:chgData name="Maxence Jacob-Laforce" userId="S::jacm1804@usherbrooke.ca::bf715c67-37ba-46c9-a296-ad9454d24cd9" providerId="AD" clId="Web-{F044A0C1-90E8-4118-8890-5A6B445264E3}" dt="2025-02-26T14:32:21.265" v="108" actId="20577"/>
          <ac:spMkLst>
            <pc:docMk/>
            <pc:sldMk cId="3300780283" sldId="270"/>
            <ac:spMk id="3" creationId="{80AD043C-3BC7-E14F-88E5-F256793A2C85}"/>
          </ac:spMkLst>
        </pc:spChg>
        <pc:picChg chg="add mod">
          <ac:chgData name="Maxence Jacob-Laforce" userId="S::jacm1804@usherbrooke.ca::bf715c67-37ba-46c9-a296-ad9454d24cd9" providerId="AD" clId="Web-{F044A0C1-90E8-4118-8890-5A6B445264E3}" dt="2025-02-26T14:31:24.387" v="86" actId="1076"/>
          <ac:picMkLst>
            <pc:docMk/>
            <pc:sldMk cId="3300780283" sldId="270"/>
            <ac:picMk id="4" creationId="{3A7A9CFC-AB20-BAF1-A0A3-29AABC4664C1}"/>
          </ac:picMkLst>
        </pc:picChg>
      </pc:sldChg>
    </pc:docChg>
  </pc:docChgLst>
  <pc:docChgLst>
    <pc:chgData name="Michaël Bruneau" userId="59aecbd0-cc11-4c02-b7a7-0ea241f40966" providerId="ADAL" clId="{0864815B-551C-4538-ADA6-58B2C0517253}"/>
    <pc:docChg chg="undo custSel addSld modSld">
      <pc:chgData name="Michaël Bruneau" userId="59aecbd0-cc11-4c02-b7a7-0ea241f40966" providerId="ADAL" clId="{0864815B-551C-4538-ADA6-58B2C0517253}" dt="2025-02-26T01:17:41.885" v="731"/>
      <pc:docMkLst>
        <pc:docMk/>
      </pc:docMkLst>
      <pc:sldChg chg="addSp delSp modSp mod">
        <pc:chgData name="Michaël Bruneau" userId="59aecbd0-cc11-4c02-b7a7-0ea241f40966" providerId="ADAL" clId="{0864815B-551C-4538-ADA6-58B2C0517253}" dt="2025-02-26T00:53:04.962" v="494" actId="14100"/>
        <pc:sldMkLst>
          <pc:docMk/>
          <pc:sldMk cId="2527207027" sldId="257"/>
        </pc:sldMkLst>
      </pc:sldChg>
      <pc:sldChg chg="modSp mod">
        <pc:chgData name="Michaël Bruneau" userId="59aecbd0-cc11-4c02-b7a7-0ea241f40966" providerId="ADAL" clId="{0864815B-551C-4538-ADA6-58B2C0517253}" dt="2025-02-26T01:09:39.511" v="698" actId="20577"/>
        <pc:sldMkLst>
          <pc:docMk/>
          <pc:sldMk cId="1559430016" sldId="259"/>
        </pc:sldMkLst>
      </pc:sldChg>
      <pc:sldChg chg="modSp new mod">
        <pc:chgData name="Michaël Bruneau" userId="59aecbd0-cc11-4c02-b7a7-0ea241f40966" providerId="ADAL" clId="{0864815B-551C-4538-ADA6-58B2C0517253}" dt="2025-02-26T01:05:13.414" v="694" actId="20577"/>
        <pc:sldMkLst>
          <pc:docMk/>
          <pc:sldMk cId="1750082113" sldId="261"/>
        </pc:sldMkLst>
        <pc:spChg chg="mod">
          <ac:chgData name="Michaël Bruneau" userId="59aecbd0-cc11-4c02-b7a7-0ea241f40966" providerId="ADAL" clId="{0864815B-551C-4538-ADA6-58B2C0517253}" dt="2025-02-26T00:40:23.683" v="21" actId="20577"/>
          <ac:spMkLst>
            <pc:docMk/>
            <pc:sldMk cId="1750082113" sldId="261"/>
            <ac:spMk id="2" creationId="{F99481AA-7D0C-68FE-89D1-6920F47E5E88}"/>
          </ac:spMkLst>
        </pc:spChg>
        <pc:spChg chg="mod">
          <ac:chgData name="Michaël Bruneau" userId="59aecbd0-cc11-4c02-b7a7-0ea241f40966" providerId="ADAL" clId="{0864815B-551C-4538-ADA6-58B2C0517253}" dt="2025-02-26T01:05:13.414" v="694" actId="20577"/>
          <ac:spMkLst>
            <pc:docMk/>
            <pc:sldMk cId="1750082113" sldId="261"/>
            <ac:spMk id="3" creationId="{F50B4C27-BA03-76EE-8F97-7FE3186847C8}"/>
          </ac:spMkLst>
        </pc:spChg>
      </pc:sldChg>
      <pc:sldChg chg="addSp modSp new mod setBg">
        <pc:chgData name="Michaël Bruneau" userId="59aecbd0-cc11-4c02-b7a7-0ea241f40966" providerId="ADAL" clId="{0864815B-551C-4538-ADA6-58B2C0517253}" dt="2025-02-26T01:01:42.709" v="558" actId="1076"/>
        <pc:sldMkLst>
          <pc:docMk/>
          <pc:sldMk cId="1879701803" sldId="262"/>
        </pc:sldMkLst>
        <pc:spChg chg="mod">
          <ac:chgData name="Michaël Bruneau" userId="59aecbd0-cc11-4c02-b7a7-0ea241f40966" providerId="ADAL" clId="{0864815B-551C-4538-ADA6-58B2C0517253}" dt="2025-02-26T01:00:17.203" v="526" actId="26606"/>
          <ac:spMkLst>
            <pc:docMk/>
            <pc:sldMk cId="1879701803" sldId="262"/>
            <ac:spMk id="2" creationId="{77E06E13-EADD-AE95-1F53-73114852008D}"/>
          </ac:spMkLst>
        </pc:spChg>
        <pc:spChg chg="mod">
          <ac:chgData name="Michaël Bruneau" userId="59aecbd0-cc11-4c02-b7a7-0ea241f40966" providerId="ADAL" clId="{0864815B-551C-4538-ADA6-58B2C0517253}" dt="2025-02-26T01:00:17.203" v="526" actId="26606"/>
          <ac:spMkLst>
            <pc:docMk/>
            <pc:sldMk cId="1879701803" sldId="262"/>
            <ac:spMk id="3" creationId="{1FFC520F-4419-90FA-D3D2-DC5E987F2555}"/>
          </ac:spMkLst>
        </pc:spChg>
        <pc:picChg chg="add mod modCrop">
          <ac:chgData name="Michaël Bruneau" userId="59aecbd0-cc11-4c02-b7a7-0ea241f40966" providerId="ADAL" clId="{0864815B-551C-4538-ADA6-58B2C0517253}" dt="2025-02-26T01:01:42.709" v="558" actId="1076"/>
          <ac:picMkLst>
            <pc:docMk/>
            <pc:sldMk cId="1879701803" sldId="262"/>
            <ac:picMk id="5" creationId="{A98597A4-A783-F81D-91E2-B0EF1CB01493}"/>
          </ac:picMkLst>
        </pc:picChg>
      </pc:sldChg>
      <pc:sldChg chg="modSp mod">
        <pc:chgData name="Michaël Bruneau" userId="59aecbd0-cc11-4c02-b7a7-0ea241f40966" providerId="ADAL" clId="{0864815B-551C-4538-ADA6-58B2C0517253}" dt="2025-02-26T01:17:41.885" v="731"/>
        <pc:sldMkLst>
          <pc:docMk/>
          <pc:sldMk cId="2115913942" sldId="263"/>
        </pc:sldMkLst>
      </pc:sldChg>
    </pc:docChg>
  </pc:docChgLst>
  <pc:docChgLst>
    <pc:chgData name="Guillaume Béland" userId="5e0e8ca1-aad6-45fd-bfe1-42de3018897a" providerId="ADAL" clId="{34E444DF-EA36-4CBE-8162-9AA9487C1988}"/>
    <pc:docChg chg="custSel addSld modSld">
      <pc:chgData name="Guillaume Béland" userId="5e0e8ca1-aad6-45fd-bfe1-42de3018897a" providerId="ADAL" clId="{34E444DF-EA36-4CBE-8162-9AA9487C1988}" dt="2025-04-13T21:33:48.890" v="78" actId="1076"/>
      <pc:docMkLst>
        <pc:docMk/>
      </pc:docMkLst>
      <pc:sldChg chg="modSp mod">
        <pc:chgData name="Guillaume Béland" userId="5e0e8ca1-aad6-45fd-bfe1-42de3018897a" providerId="ADAL" clId="{34E444DF-EA36-4CBE-8162-9AA9487C1988}" dt="2025-04-10T02:39:54.502" v="22" actId="20577"/>
        <pc:sldMkLst>
          <pc:docMk/>
          <pc:sldMk cId="600726333" sldId="256"/>
        </pc:sldMkLst>
        <pc:spChg chg="mod">
          <ac:chgData name="Guillaume Béland" userId="5e0e8ca1-aad6-45fd-bfe1-42de3018897a" providerId="ADAL" clId="{34E444DF-EA36-4CBE-8162-9AA9487C1988}" dt="2025-04-10T02:39:54.502" v="22" actId="20577"/>
          <ac:spMkLst>
            <pc:docMk/>
            <pc:sldMk cId="600726333" sldId="256"/>
            <ac:spMk id="2" creationId="{C2DCE1EF-F348-2192-5317-E4F3C6805428}"/>
          </ac:spMkLst>
        </pc:spChg>
      </pc:sldChg>
      <pc:sldChg chg="addSp delSp modSp add mod delAnim">
        <pc:chgData name="Guillaume Béland" userId="5e0e8ca1-aad6-45fd-bfe1-42de3018897a" providerId="ADAL" clId="{34E444DF-EA36-4CBE-8162-9AA9487C1988}" dt="2025-04-10T03:21:01.028" v="47" actId="20577"/>
        <pc:sldMkLst>
          <pc:docMk/>
          <pc:sldMk cId="1886764869" sldId="272"/>
        </pc:sldMkLst>
        <pc:spChg chg="mod">
          <ac:chgData name="Guillaume Béland" userId="5e0e8ca1-aad6-45fd-bfe1-42de3018897a" providerId="ADAL" clId="{34E444DF-EA36-4CBE-8162-9AA9487C1988}" dt="2025-04-10T03:21:01.028" v="47" actId="20577"/>
          <ac:spMkLst>
            <pc:docMk/>
            <pc:sldMk cId="1886764869" sldId="272"/>
            <ac:spMk id="4" creationId="{21AD6E72-B092-C9F8-BFC4-99FE27ED8855}"/>
          </ac:spMkLst>
        </pc:spChg>
        <pc:picChg chg="add mod">
          <ac:chgData name="Guillaume Béland" userId="5e0e8ca1-aad6-45fd-bfe1-42de3018897a" providerId="ADAL" clId="{34E444DF-EA36-4CBE-8162-9AA9487C1988}" dt="2025-04-10T03:20:54.535" v="39" actId="1076"/>
          <ac:picMkLst>
            <pc:docMk/>
            <pc:sldMk cId="1886764869" sldId="272"/>
            <ac:picMk id="3" creationId="{5571C698-4E77-CC83-B02B-855C8C48C779}"/>
          </ac:picMkLst>
        </pc:picChg>
      </pc:sldChg>
      <pc:sldChg chg="addSp delSp modSp add mod delAnim">
        <pc:chgData name="Guillaume Béland" userId="5e0e8ca1-aad6-45fd-bfe1-42de3018897a" providerId="ADAL" clId="{34E444DF-EA36-4CBE-8162-9AA9487C1988}" dt="2025-04-11T14:26:01.607" v="77" actId="14100"/>
        <pc:sldMkLst>
          <pc:docMk/>
          <pc:sldMk cId="2960150393" sldId="273"/>
        </pc:sldMkLst>
        <pc:spChg chg="mod">
          <ac:chgData name="Guillaume Béland" userId="5e0e8ca1-aad6-45fd-bfe1-42de3018897a" providerId="ADAL" clId="{34E444DF-EA36-4CBE-8162-9AA9487C1988}" dt="2025-04-10T03:39:43.021" v="64" actId="20577"/>
          <ac:spMkLst>
            <pc:docMk/>
            <pc:sldMk cId="2960150393" sldId="273"/>
            <ac:spMk id="4" creationId="{4D70CE8B-BE01-DAEA-B804-322074C7152D}"/>
          </ac:spMkLst>
        </pc:spChg>
        <pc:picChg chg="add mod">
          <ac:chgData name="Guillaume Béland" userId="5e0e8ca1-aad6-45fd-bfe1-42de3018897a" providerId="ADAL" clId="{34E444DF-EA36-4CBE-8162-9AA9487C1988}" dt="2025-04-11T14:26:01.607" v="77" actId="14100"/>
          <ac:picMkLst>
            <pc:docMk/>
            <pc:sldMk cId="2960150393" sldId="273"/>
            <ac:picMk id="18" creationId="{8A4ABD33-E538-CB28-D599-CB4831167BBE}"/>
          </ac:picMkLst>
        </pc:picChg>
      </pc:sldChg>
      <pc:sldChg chg="add">
        <pc:chgData name="Guillaume Béland" userId="5e0e8ca1-aad6-45fd-bfe1-42de3018897a" providerId="ADAL" clId="{34E444DF-EA36-4CBE-8162-9AA9487C1988}" dt="2025-04-10T02:40:20.214" v="25"/>
        <pc:sldMkLst>
          <pc:docMk/>
          <pc:sldMk cId="1096981065" sldId="274"/>
        </pc:sldMkLst>
      </pc:sldChg>
      <pc:sldChg chg="modSp mod">
        <pc:chgData name="Guillaume Béland" userId="5e0e8ca1-aad6-45fd-bfe1-42de3018897a" providerId="ADAL" clId="{34E444DF-EA36-4CBE-8162-9AA9487C1988}" dt="2025-04-13T21:33:48.890" v="78" actId="1076"/>
        <pc:sldMkLst>
          <pc:docMk/>
          <pc:sldMk cId="3595354297" sldId="278"/>
        </pc:sldMkLst>
        <pc:picChg chg="mod">
          <ac:chgData name="Guillaume Béland" userId="5e0e8ca1-aad6-45fd-bfe1-42de3018897a" providerId="ADAL" clId="{34E444DF-EA36-4CBE-8162-9AA9487C1988}" dt="2025-04-13T21:33:48.890" v="78" actId="1076"/>
          <ac:picMkLst>
            <pc:docMk/>
            <pc:sldMk cId="3595354297" sldId="278"/>
            <ac:picMk id="5" creationId="{3F36130B-BC56-0AD7-C837-A85F5E7C6DBE}"/>
          </ac:picMkLst>
        </pc:picChg>
      </pc:sldChg>
    </pc:docChg>
  </pc:docChgLst>
  <pc:docChgLst>
    <pc:chgData name="Hugo Bergeron" userId="59293051-4354-40d9-86fb-fdc9df8c71c9" providerId="ADAL" clId="{14E3CE37-A0E2-4220-B2A1-E7B29C4333C0}"/>
    <pc:docChg chg="undo custSel addSld modSld">
      <pc:chgData name="Hugo Bergeron" userId="59293051-4354-40d9-86fb-fdc9df8c71c9" providerId="ADAL" clId="{14E3CE37-A0E2-4220-B2A1-E7B29C4333C0}" dt="2025-02-26T15:33:24.281" v="932" actId="20577"/>
      <pc:docMkLst>
        <pc:docMk/>
      </pc:docMkLst>
      <pc:sldChg chg="modSp mod modNotesTx">
        <pc:chgData name="Hugo Bergeron" userId="59293051-4354-40d9-86fb-fdc9df8c71c9" providerId="ADAL" clId="{14E3CE37-A0E2-4220-B2A1-E7B29C4333C0}" dt="2025-02-26T15:33:24.281" v="932" actId="20577"/>
        <pc:sldMkLst>
          <pc:docMk/>
          <pc:sldMk cId="926014848" sldId="258"/>
        </pc:sldMkLst>
        <pc:spChg chg="mod">
          <ac:chgData name="Hugo Bergeron" userId="59293051-4354-40d9-86fb-fdc9df8c71c9" providerId="ADAL" clId="{14E3CE37-A0E2-4220-B2A1-E7B29C4333C0}" dt="2025-02-26T04:04:45.886" v="864" actId="20577"/>
          <ac:spMkLst>
            <pc:docMk/>
            <pc:sldMk cId="926014848" sldId="258"/>
            <ac:spMk id="3" creationId="{0BC699B1-A656-BE87-1B9D-9F9652031324}"/>
          </ac:spMkLst>
        </pc:spChg>
      </pc:sldChg>
      <pc:sldChg chg="modSp mod">
        <pc:chgData name="Hugo Bergeron" userId="59293051-4354-40d9-86fb-fdc9df8c71c9" providerId="ADAL" clId="{14E3CE37-A0E2-4220-B2A1-E7B29C4333C0}" dt="2025-02-26T04:13:49.414" v="911" actId="20577"/>
        <pc:sldMkLst>
          <pc:docMk/>
          <pc:sldMk cId="1559430016" sldId="259"/>
        </pc:sldMkLst>
      </pc:sldChg>
      <pc:sldChg chg="addSp modSp mod modAnim">
        <pc:chgData name="Hugo Bergeron" userId="59293051-4354-40d9-86fb-fdc9df8c71c9" providerId="ADAL" clId="{14E3CE37-A0E2-4220-B2A1-E7B29C4333C0}" dt="2025-02-26T03:11:20.676" v="5" actId="1076"/>
        <pc:sldMkLst>
          <pc:docMk/>
          <pc:sldMk cId="2918527285" sldId="260"/>
        </pc:sldMkLst>
      </pc:sldChg>
      <pc:sldChg chg="addSp delSp modSp mod">
        <pc:chgData name="Hugo Bergeron" userId="59293051-4354-40d9-86fb-fdc9df8c71c9" providerId="ADAL" clId="{14E3CE37-A0E2-4220-B2A1-E7B29C4333C0}" dt="2025-02-26T04:18:53.701" v="924" actId="1076"/>
        <pc:sldMkLst>
          <pc:docMk/>
          <pc:sldMk cId="1750082113" sldId="261"/>
        </pc:sldMkLst>
        <pc:spChg chg="mod">
          <ac:chgData name="Hugo Bergeron" userId="59293051-4354-40d9-86fb-fdc9df8c71c9" providerId="ADAL" clId="{14E3CE37-A0E2-4220-B2A1-E7B29C4333C0}" dt="2025-02-26T04:08:44.616" v="901" actId="20577"/>
          <ac:spMkLst>
            <pc:docMk/>
            <pc:sldMk cId="1750082113" sldId="261"/>
            <ac:spMk id="3" creationId="{F50B4C27-BA03-76EE-8F97-7FE3186847C8}"/>
          </ac:spMkLst>
        </pc:spChg>
      </pc:sldChg>
      <pc:sldChg chg="modSp mod">
        <pc:chgData name="Hugo Bergeron" userId="59293051-4354-40d9-86fb-fdc9df8c71c9" providerId="ADAL" clId="{14E3CE37-A0E2-4220-B2A1-E7B29C4333C0}" dt="2025-02-26T03:57:54.846" v="777" actId="1076"/>
        <pc:sldMkLst>
          <pc:docMk/>
          <pc:sldMk cId="1879701803" sldId="262"/>
        </pc:sldMkLst>
        <pc:spChg chg="mod">
          <ac:chgData name="Hugo Bergeron" userId="59293051-4354-40d9-86fb-fdc9df8c71c9" providerId="ADAL" clId="{14E3CE37-A0E2-4220-B2A1-E7B29C4333C0}" dt="2025-02-26T03:57:28.343" v="755" actId="20577"/>
          <ac:spMkLst>
            <pc:docMk/>
            <pc:sldMk cId="1879701803" sldId="262"/>
            <ac:spMk id="2" creationId="{77E06E13-EADD-AE95-1F53-73114852008D}"/>
          </ac:spMkLst>
        </pc:spChg>
        <pc:spChg chg="mod">
          <ac:chgData name="Hugo Bergeron" userId="59293051-4354-40d9-86fb-fdc9df8c71c9" providerId="ADAL" clId="{14E3CE37-A0E2-4220-B2A1-E7B29C4333C0}" dt="2025-02-26T03:57:54.846" v="777" actId="1076"/>
          <ac:spMkLst>
            <pc:docMk/>
            <pc:sldMk cId="1879701803" sldId="262"/>
            <ac:spMk id="3" creationId="{1FFC520F-4419-90FA-D3D2-DC5E987F2555}"/>
          </ac:spMkLst>
        </pc:spChg>
      </pc:sldChg>
      <pc:sldChg chg="addSp modSp">
        <pc:chgData name="Hugo Bergeron" userId="59293051-4354-40d9-86fb-fdc9df8c71c9" providerId="ADAL" clId="{14E3CE37-A0E2-4220-B2A1-E7B29C4333C0}" dt="2025-02-26T03:29:32.782" v="272" actId="1076"/>
        <pc:sldMkLst>
          <pc:docMk/>
          <pc:sldMk cId="2115913942" sldId="263"/>
        </pc:sldMkLst>
      </pc:sldChg>
      <pc:sldChg chg="addSp delSp modSp new mod">
        <pc:chgData name="Hugo Bergeron" userId="59293051-4354-40d9-86fb-fdc9df8c71c9" providerId="ADAL" clId="{14E3CE37-A0E2-4220-B2A1-E7B29C4333C0}" dt="2025-02-26T03:24:59.150" v="126" actId="1076"/>
        <pc:sldMkLst>
          <pc:docMk/>
          <pc:sldMk cId="1547341113" sldId="266"/>
        </pc:sldMkLst>
        <pc:spChg chg="mod">
          <ac:chgData name="Hugo Bergeron" userId="59293051-4354-40d9-86fb-fdc9df8c71c9" providerId="ADAL" clId="{14E3CE37-A0E2-4220-B2A1-E7B29C4333C0}" dt="2025-02-26T03:17:28.114" v="77" actId="20577"/>
          <ac:spMkLst>
            <pc:docMk/>
            <pc:sldMk cId="1547341113" sldId="266"/>
            <ac:spMk id="2" creationId="{91F3DF11-ADEA-A3E2-CD06-B9F813E0C49A}"/>
          </ac:spMkLst>
        </pc:spChg>
        <pc:spChg chg="mod">
          <ac:chgData name="Hugo Bergeron" userId="59293051-4354-40d9-86fb-fdc9df8c71c9" providerId="ADAL" clId="{14E3CE37-A0E2-4220-B2A1-E7B29C4333C0}" dt="2025-02-26T03:17:51.227" v="107" actId="20577"/>
          <ac:spMkLst>
            <pc:docMk/>
            <pc:sldMk cId="1547341113" sldId="266"/>
            <ac:spMk id="3" creationId="{01676F08-91E7-D1B6-94CD-1BBD955ADB08}"/>
          </ac:spMkLst>
        </pc:spChg>
        <pc:spChg chg="add mod">
          <ac:chgData name="Hugo Bergeron" userId="59293051-4354-40d9-86fb-fdc9df8c71c9" providerId="ADAL" clId="{14E3CE37-A0E2-4220-B2A1-E7B29C4333C0}" dt="2025-02-26T03:19:14.545" v="112" actId="166"/>
          <ac:spMkLst>
            <pc:docMk/>
            <pc:sldMk cId="1547341113" sldId="266"/>
            <ac:spMk id="4" creationId="{4B2A3C11-04E7-68E6-B874-8AC303FB580F}"/>
          </ac:spMkLst>
        </pc:spChg>
      </pc:sldChg>
      <pc:sldChg chg="addSp delSp modSp new mod modAnim">
        <pc:chgData name="Hugo Bergeron" userId="59293051-4354-40d9-86fb-fdc9df8c71c9" providerId="ADAL" clId="{14E3CE37-A0E2-4220-B2A1-E7B29C4333C0}" dt="2025-02-26T04:35:34.686" v="928"/>
        <pc:sldMkLst>
          <pc:docMk/>
          <pc:sldMk cId="1779757403" sldId="267"/>
        </pc:sldMkLst>
      </pc:sldChg>
      <pc:sldChg chg="modSp new mod">
        <pc:chgData name="Hugo Bergeron" userId="59293051-4354-40d9-86fb-fdc9df8c71c9" providerId="ADAL" clId="{14E3CE37-A0E2-4220-B2A1-E7B29C4333C0}" dt="2025-02-26T03:57:47.968" v="776"/>
        <pc:sldMkLst>
          <pc:docMk/>
          <pc:sldMk cId="3300780283" sldId="270"/>
        </pc:sldMkLst>
        <pc:spChg chg="mod">
          <ac:chgData name="Hugo Bergeron" userId="59293051-4354-40d9-86fb-fdc9df8c71c9" providerId="ADAL" clId="{14E3CE37-A0E2-4220-B2A1-E7B29C4333C0}" dt="2025-02-26T03:57:38.555" v="774" actId="20577"/>
          <ac:spMkLst>
            <pc:docMk/>
            <pc:sldMk cId="3300780283" sldId="270"/>
            <ac:spMk id="2" creationId="{4B7A347A-0E2B-B100-B57A-65A287C0CABA}"/>
          </ac:spMkLst>
        </pc:spChg>
        <pc:spChg chg="mod">
          <ac:chgData name="Hugo Bergeron" userId="59293051-4354-40d9-86fb-fdc9df8c71c9" providerId="ADAL" clId="{14E3CE37-A0E2-4220-B2A1-E7B29C4333C0}" dt="2025-02-26T03:57:47.968" v="776"/>
          <ac:spMkLst>
            <pc:docMk/>
            <pc:sldMk cId="3300780283" sldId="270"/>
            <ac:spMk id="3" creationId="{80AD043C-3BC7-E14F-88E5-F256793A2C85}"/>
          </ac:spMkLst>
        </pc:spChg>
      </pc:sldChg>
      <pc:sldChg chg="modSp new mod">
        <pc:chgData name="Hugo Bergeron" userId="59293051-4354-40d9-86fb-fdc9df8c71c9" providerId="ADAL" clId="{14E3CE37-A0E2-4220-B2A1-E7B29C4333C0}" dt="2025-02-26T04:05:02.881" v="870" actId="20577"/>
        <pc:sldMkLst>
          <pc:docMk/>
          <pc:sldMk cId="3370693184" sldId="271"/>
        </pc:sldMkLst>
      </pc:sldChg>
    </pc:docChg>
  </pc:docChgLst>
  <pc:docChgLst>
    <pc:chgData name="Justin Marcoux" userId="S::marj1427@usherbrooke.ca::9d67051b-36c8-40cd-9aad-e42724acdfb2" providerId="AD" clId="Web-{9C361EED-AEDD-47AD-A9ED-496C56D82E28}"/>
    <pc:docChg chg="modSld">
      <pc:chgData name="Justin Marcoux" userId="S::marj1427@usherbrooke.ca::9d67051b-36c8-40cd-9aad-e42724acdfb2" providerId="AD" clId="Web-{9C361EED-AEDD-47AD-A9ED-496C56D82E28}" dt="2025-02-26T13:06:41.358" v="8" actId="1076"/>
      <pc:docMkLst>
        <pc:docMk/>
      </pc:docMkLst>
      <pc:sldChg chg="addSp modSp">
        <pc:chgData name="Justin Marcoux" userId="S::marj1427@usherbrooke.ca::9d67051b-36c8-40cd-9aad-e42724acdfb2" providerId="AD" clId="Web-{9C361EED-AEDD-47AD-A9ED-496C56D82E28}" dt="2025-02-26T13:06:41.358" v="8" actId="1076"/>
        <pc:sldMkLst>
          <pc:docMk/>
          <pc:sldMk cId="1547341113" sldId="266"/>
        </pc:sldMkLst>
      </pc:sldChg>
    </pc:docChg>
  </pc:docChgLst>
  <pc:docChgLst>
    <pc:chgData name="Maxence Jacob-Laforce" userId="bf715c67-37ba-46c9-a296-ad9454d24cd9" providerId="ADAL" clId="{CF4C2826-BE44-465E-8FF3-E9BEA1B9F64F}"/>
    <pc:docChg chg="custSel modSld">
      <pc:chgData name="Maxence Jacob-Laforce" userId="bf715c67-37ba-46c9-a296-ad9454d24cd9" providerId="ADAL" clId="{CF4C2826-BE44-465E-8FF3-E9BEA1B9F64F}" dt="2025-02-26T14:34:23.753" v="105" actId="1076"/>
      <pc:docMkLst>
        <pc:docMk/>
      </pc:docMkLst>
      <pc:sldChg chg="modSp mod">
        <pc:chgData name="Maxence Jacob-Laforce" userId="bf715c67-37ba-46c9-a296-ad9454d24cd9" providerId="ADAL" clId="{CF4C2826-BE44-465E-8FF3-E9BEA1B9F64F}" dt="2025-02-26T14:34:23.753" v="105" actId="1076"/>
        <pc:sldMkLst>
          <pc:docMk/>
          <pc:sldMk cId="3300780283" sldId="270"/>
        </pc:sldMkLst>
        <pc:spChg chg="mod">
          <ac:chgData name="Maxence Jacob-Laforce" userId="bf715c67-37ba-46c9-a296-ad9454d24cd9" providerId="ADAL" clId="{CF4C2826-BE44-465E-8FF3-E9BEA1B9F64F}" dt="2025-02-26T14:34:18.289" v="104" actId="20577"/>
          <ac:spMkLst>
            <pc:docMk/>
            <pc:sldMk cId="3300780283" sldId="270"/>
            <ac:spMk id="3" creationId="{80AD043C-3BC7-E14F-88E5-F256793A2C85}"/>
          </ac:spMkLst>
        </pc:spChg>
        <pc:picChg chg="mod">
          <ac:chgData name="Maxence Jacob-Laforce" userId="bf715c67-37ba-46c9-a296-ad9454d24cd9" providerId="ADAL" clId="{CF4C2826-BE44-465E-8FF3-E9BEA1B9F64F}" dt="2025-02-26T14:34:23.753" v="105" actId="1076"/>
          <ac:picMkLst>
            <pc:docMk/>
            <pc:sldMk cId="3300780283" sldId="270"/>
            <ac:picMk id="4" creationId="{3A7A9CFC-AB20-BAF1-A0A3-29AABC4664C1}"/>
          </ac:picMkLst>
        </pc:picChg>
      </pc:sldChg>
    </pc:docChg>
  </pc:docChgLst>
  <pc:docChgLst>
    <pc:chgData name="Rémi Jetté" userId="53c7ddef-1adc-46a1-8967-7ad9ba7529bc" providerId="ADAL" clId="{329DC686-66B7-4988-8074-B6FBC1193BDF}"/>
    <pc:docChg chg="undo custSel addSld delSld modSld">
      <pc:chgData name="Rémi Jetté" userId="53c7ddef-1adc-46a1-8967-7ad9ba7529bc" providerId="ADAL" clId="{329DC686-66B7-4988-8074-B6FBC1193BDF}" dt="2025-02-26T04:14:25.059" v="28" actId="20577"/>
      <pc:docMkLst>
        <pc:docMk/>
      </pc:docMkLst>
      <pc:sldChg chg="modSp mod">
        <pc:chgData name="Rémi Jetté" userId="53c7ddef-1adc-46a1-8967-7ad9ba7529bc" providerId="ADAL" clId="{329DC686-66B7-4988-8074-B6FBC1193BDF}" dt="2025-02-26T04:00:53.896" v="15" actId="5793"/>
        <pc:sldMkLst>
          <pc:docMk/>
          <pc:sldMk cId="2527207027" sldId="257"/>
        </pc:sldMkLst>
        <pc:spChg chg="mod">
          <ac:chgData name="Rémi Jetté" userId="53c7ddef-1adc-46a1-8967-7ad9ba7529bc" providerId="ADAL" clId="{329DC686-66B7-4988-8074-B6FBC1193BDF}" dt="2025-02-26T04:00:53.896" v="15" actId="5793"/>
          <ac:spMkLst>
            <pc:docMk/>
            <pc:sldMk cId="2527207027" sldId="257"/>
            <ac:spMk id="3" creationId="{483855E6-DF17-79A4-DB71-E71392608600}"/>
          </ac:spMkLst>
        </pc:spChg>
      </pc:sldChg>
      <pc:sldChg chg="modSp mod">
        <pc:chgData name="Rémi Jetté" userId="53c7ddef-1adc-46a1-8967-7ad9ba7529bc" providerId="ADAL" clId="{329DC686-66B7-4988-8074-B6FBC1193BDF}" dt="2025-02-26T04:14:25.059" v="28" actId="20577"/>
        <pc:sldMkLst>
          <pc:docMk/>
          <pc:sldMk cId="1559430016" sldId="259"/>
        </pc:sldMkLst>
      </pc:sldChg>
      <pc:sldChg chg="modSp add del mod">
        <pc:chgData name="Rémi Jetté" userId="53c7ddef-1adc-46a1-8967-7ad9ba7529bc" providerId="ADAL" clId="{329DC686-66B7-4988-8074-B6FBC1193BDF}" dt="2025-02-26T04:11:12.029" v="19" actId="1076"/>
        <pc:sldMkLst>
          <pc:docMk/>
          <pc:sldMk cId="3370693184" sldId="271"/>
        </pc:sldMkLst>
      </pc:sldChg>
    </pc:docChg>
  </pc:docChgLst>
  <pc:docChgLst>
    <pc:chgData name="Maxence Jacob-Laforce" userId="S::jacm1804@usherbrooke.ca::bf715c67-37ba-46c9-a296-ad9454d24cd9" providerId="AD" clId="Web-{CC8CE06E-79D5-4521-BD2F-70DF7F0C185B}"/>
    <pc:docChg chg="addSld delSld modSld sldOrd">
      <pc:chgData name="Maxence Jacob-Laforce" userId="S::jacm1804@usherbrooke.ca::bf715c67-37ba-46c9-a296-ad9454d24cd9" providerId="AD" clId="Web-{CC8CE06E-79D5-4521-BD2F-70DF7F0C185B}" dt="2025-02-26T04:50:32.448" v="44" actId="20577"/>
      <pc:docMkLst>
        <pc:docMk/>
      </pc:docMkLst>
      <pc:sldChg chg="modSp">
        <pc:chgData name="Maxence Jacob-Laforce" userId="S::jacm1804@usherbrooke.ca::bf715c67-37ba-46c9-a296-ad9454d24cd9" providerId="AD" clId="Web-{CC8CE06E-79D5-4521-BD2F-70DF7F0C185B}" dt="2025-02-26T03:30:58.476" v="16" actId="20577"/>
        <pc:sldMkLst>
          <pc:docMk/>
          <pc:sldMk cId="1879701803" sldId="262"/>
        </pc:sldMkLst>
        <pc:spChg chg="mod">
          <ac:chgData name="Maxence Jacob-Laforce" userId="S::jacm1804@usherbrooke.ca::bf715c67-37ba-46c9-a296-ad9454d24cd9" providerId="AD" clId="Web-{CC8CE06E-79D5-4521-BD2F-70DF7F0C185B}" dt="2025-02-26T03:30:58.476" v="16" actId="20577"/>
          <ac:spMkLst>
            <pc:docMk/>
            <pc:sldMk cId="1879701803" sldId="262"/>
            <ac:spMk id="3" creationId="{1FFC520F-4419-90FA-D3D2-DC5E987F2555}"/>
          </ac:spMkLst>
        </pc:spChg>
      </pc:sldChg>
      <pc:sldChg chg="modSp new del ord">
        <pc:chgData name="Maxence Jacob-Laforce" userId="S::jacm1804@usherbrooke.ca::bf715c67-37ba-46c9-a296-ad9454d24cd9" providerId="AD" clId="Web-{CC8CE06E-79D5-4521-BD2F-70DF7F0C185B}" dt="2025-02-26T03:30:28.195" v="4"/>
        <pc:sldMkLst>
          <pc:docMk/>
          <pc:sldMk cId="2916995228" sldId="269"/>
        </pc:sldMkLst>
      </pc:sldChg>
      <pc:sldChg chg="modSp">
        <pc:chgData name="Maxence Jacob-Laforce" userId="S::jacm1804@usherbrooke.ca::bf715c67-37ba-46c9-a296-ad9454d24cd9" providerId="AD" clId="Web-{CC8CE06E-79D5-4521-BD2F-70DF7F0C185B}" dt="2025-02-26T04:50:32.448" v="44" actId="20577"/>
        <pc:sldMkLst>
          <pc:docMk/>
          <pc:sldMk cId="3300780283" sldId="270"/>
        </pc:sldMkLst>
        <pc:spChg chg="mod">
          <ac:chgData name="Maxence Jacob-Laforce" userId="S::jacm1804@usherbrooke.ca::bf715c67-37ba-46c9-a296-ad9454d24cd9" providerId="AD" clId="Web-{CC8CE06E-79D5-4521-BD2F-70DF7F0C185B}" dt="2025-02-26T04:50:32.448" v="44" actId="20577"/>
          <ac:spMkLst>
            <pc:docMk/>
            <pc:sldMk cId="3300780283" sldId="270"/>
            <ac:spMk id="3" creationId="{80AD043C-3BC7-E14F-88E5-F256793A2C85}"/>
          </ac:spMkLst>
        </pc:spChg>
      </pc:sldChg>
    </pc:docChg>
  </pc:docChgLst>
  <pc:docChgLst>
    <pc:chgData name="Justin Marcoux" userId="S::marj1427@usherbrooke.ca::9d67051b-36c8-40cd-9aad-e42724acdfb2" providerId="AD" clId="Web-{18A414DE-02A2-432B-97EF-B95B3018967E}"/>
    <pc:docChg chg="modSld">
      <pc:chgData name="Justin Marcoux" userId="S::marj1427@usherbrooke.ca::9d67051b-36c8-40cd-9aad-e42724acdfb2" providerId="AD" clId="Web-{18A414DE-02A2-432B-97EF-B95B3018967E}" dt="2025-02-26T13:53:56.960" v="1" actId="1076"/>
      <pc:docMkLst>
        <pc:docMk/>
      </pc:docMkLst>
      <pc:sldChg chg="modSp">
        <pc:chgData name="Justin Marcoux" userId="S::marj1427@usherbrooke.ca::9d67051b-36c8-40cd-9aad-e42724acdfb2" providerId="AD" clId="Web-{18A414DE-02A2-432B-97EF-B95B3018967E}" dt="2025-02-26T13:53:56.960" v="1" actId="1076"/>
        <pc:sldMkLst>
          <pc:docMk/>
          <pc:sldMk cId="1547341113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27C12-9DB0-4271-8347-76C5931B0057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CD018-0B8C-4F3A-8982-34B9E7D82A5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6587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Hugo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8883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Guillaume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6486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Remi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03099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Guillaume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5564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D23F4-4A98-2843-04FB-9459B836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DD997A-E389-3D12-113B-A2B778E9E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AB07025-726A-EFDE-2198-3D74A3681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Guillaume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19FC19-4E63-A82F-9E83-299526B97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3759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DB1D-8EAD-ED14-D98E-2459A4EFA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120AD5-C3D3-2B62-7EF6-67ADBB766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A95071B-7FA2-D6D6-9C54-AE359D8DC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Guillaume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19EB7E-CFE5-6354-B045-9CCF6A336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874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err="1"/>
              <a:t>Same</a:t>
            </a: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424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Hugo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0529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Justin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CD018-0B8C-4F3A-8982-34B9E7D82A57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3360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E06C79-A2D5-B173-6FD5-2C3783D74653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313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C04B74-EBF2-4465-BCAD-51591FF04317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3966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0BF9BC4-9E4C-A64F-A4FD-D18DF65CCEDC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4002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35D0AD4-644A-75E7-EABB-A818F15FA9D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213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ABDEB3-9B8E-D995-B005-846CFF1F49EB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1431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C2A0A9C-9905-B21A-A096-616380BC9BE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184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2F95627-BD22-DF90-FBCC-45646DE370C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0695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6EFCF0-9353-A117-50A2-F790E47B861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831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21622FE-6E4F-18B3-534D-9AFFA7452D22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5538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2CDAFE4-D0AA-FDB9-F325-0F2A563A5BC2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509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2280ADC-5AF6-838F-29BE-092BB21E94CA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8428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C87D708-2748-5F01-941B-A48438108F89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8720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4EA9BE-6CAD-1B1C-3E1B-681723DE70C5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8111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CD88C64-9D16-3644-D7AA-ECBC80099A68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97234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CA"/>
              <a:t>Cliquez sur l'icône pour ajouter une image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87FDB09-E42C-296B-B3B9-836E539EC193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5662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43B10C5-D0F5-C8D8-AA26-0339B6B1C6E3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0959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E5677A9-27B1-8B52-0EB4-CE56D577AD2A}"/>
              </a:ext>
            </a:extLst>
          </p:cNvPr>
          <p:cNvSpPr txBox="1"/>
          <p:nvPr userDrawn="1"/>
        </p:nvSpPr>
        <p:spPr>
          <a:xfrm>
            <a:off x="8124516" y="6425684"/>
            <a:ext cx="414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Copyright </a:t>
            </a:r>
            <a:r>
              <a:rPr lang="fr-CA" err="1"/>
              <a:t>Ballus</a:t>
            </a:r>
            <a:r>
              <a:rPr lang="fr-CA"/>
              <a:t> </a:t>
            </a:r>
            <a:r>
              <a:rPr lang="fr-CA" err="1"/>
              <a:t>inc.</a:t>
            </a:r>
            <a:r>
              <a:rPr lang="fr-CA"/>
              <a:t>, the </a:t>
            </a:r>
            <a:r>
              <a:rPr lang="fr-CA" err="1"/>
              <a:t>Gimball</a:t>
            </a:r>
            <a:r>
              <a:rPr lang="fr-CA"/>
              <a:t> </a:t>
            </a:r>
            <a:r>
              <a:rPr lang="fr-CA" err="1"/>
              <a:t>company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599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31E7F-5A03-3A4D-B93C-19EE8EE43486}" type="datetimeFigureOut">
              <a:rPr lang="fr-CA" smtClean="0"/>
              <a:t>2025-04-13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6E794-D586-5845-A7DE-9158B1376A6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15866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3" name="Group 1212">
            <a:extLst>
              <a:ext uri="{FF2B5EF4-FFF2-40B4-BE49-F238E27FC236}">
                <a16:creationId xmlns:a16="http://schemas.microsoft.com/office/drawing/2014/main" id="{4D50C3BF-4EC6-4075-8C5A-BB4D93669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14" name="Rectangle 1213">
              <a:extLst>
                <a:ext uri="{FF2B5EF4-FFF2-40B4-BE49-F238E27FC236}">
                  <a16:creationId xmlns:a16="http://schemas.microsoft.com/office/drawing/2014/main" id="{AAD5EEF9-647D-437D-909D-552158996D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43" name="Picture 2">
              <a:extLst>
                <a:ext uri="{FF2B5EF4-FFF2-40B4-BE49-F238E27FC236}">
                  <a16:creationId xmlns:a16="http://schemas.microsoft.com/office/drawing/2014/main" id="{AD572E06-C69D-4C73-907F-E960818C9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2DCE1EF-F348-2192-5317-E4F3C6805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0066" y="1122363"/>
            <a:ext cx="5397933" cy="2387600"/>
          </a:xfrm>
        </p:spPr>
        <p:txBody>
          <a:bodyPr>
            <a:normAutofit/>
          </a:bodyPr>
          <a:lstStyle/>
          <a:p>
            <a:r>
              <a:rPr lang="fr-CA"/>
              <a:t>Présentation finale– </a:t>
            </a:r>
            <a:r>
              <a:rPr lang="fr-CA" err="1"/>
              <a:t>GimbUS</a:t>
            </a:r>
            <a:r>
              <a:rPr lang="fr-CA"/>
              <a:t> 2000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C55DE5C7-F649-C3BE-F051-565CCA257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0896" y="3602038"/>
            <a:ext cx="5437103" cy="1655762"/>
          </a:xfrm>
        </p:spPr>
        <p:txBody>
          <a:bodyPr>
            <a:normAutofit/>
          </a:bodyPr>
          <a:lstStyle/>
          <a:p>
            <a:r>
              <a:rPr lang="fr-CA"/>
              <a:t>Équipe 4</a:t>
            </a:r>
          </a:p>
        </p:txBody>
      </p:sp>
      <p:grpSp>
        <p:nvGrpSpPr>
          <p:cNvPr id="1215" name="Group 1214">
            <a:extLst>
              <a:ext uri="{FF2B5EF4-FFF2-40B4-BE49-F238E27FC236}">
                <a16:creationId xmlns:a16="http://schemas.microsoft.com/office/drawing/2014/main" id="{5C427DC4-D0C8-4AD1-971C-C179999E4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146" name="Rectangle 5">
              <a:extLst>
                <a:ext uri="{FF2B5EF4-FFF2-40B4-BE49-F238E27FC236}">
                  <a16:creationId xmlns:a16="http://schemas.microsoft.com/office/drawing/2014/main" id="{11827C78-913D-484C-8C41-03DA31425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47" name="Freeform 6">
              <a:extLst>
                <a:ext uri="{FF2B5EF4-FFF2-40B4-BE49-F238E27FC236}">
                  <a16:creationId xmlns:a16="http://schemas.microsoft.com/office/drawing/2014/main" id="{B6F8B17C-D826-4328-938A-3EA29923D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48" name="Freeform 7">
              <a:extLst>
                <a:ext uri="{FF2B5EF4-FFF2-40B4-BE49-F238E27FC236}">
                  <a16:creationId xmlns:a16="http://schemas.microsoft.com/office/drawing/2014/main" id="{39D88DB7-6249-4F7B-BE6A-FCC6D4978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49" name="Rectangle 8">
              <a:extLst>
                <a:ext uri="{FF2B5EF4-FFF2-40B4-BE49-F238E27FC236}">
                  <a16:creationId xmlns:a16="http://schemas.microsoft.com/office/drawing/2014/main" id="{756D5198-7167-4B16-AB98-5B4E36925F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0" name="Freeform 9">
              <a:extLst>
                <a:ext uri="{FF2B5EF4-FFF2-40B4-BE49-F238E27FC236}">
                  <a16:creationId xmlns:a16="http://schemas.microsoft.com/office/drawing/2014/main" id="{DA8DAFD5-0534-4B77-9BDA-835065CBA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1" name="Freeform 10">
              <a:extLst>
                <a:ext uri="{FF2B5EF4-FFF2-40B4-BE49-F238E27FC236}">
                  <a16:creationId xmlns:a16="http://schemas.microsoft.com/office/drawing/2014/main" id="{7CA8B15F-CF03-4D11-8AEC-82E80157B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2" name="Freeform 11">
              <a:extLst>
                <a:ext uri="{FF2B5EF4-FFF2-40B4-BE49-F238E27FC236}">
                  <a16:creationId xmlns:a16="http://schemas.microsoft.com/office/drawing/2014/main" id="{459FF9F8-7A9B-4AA7-A132-383AF3485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3" name="Freeform 12">
              <a:extLst>
                <a:ext uri="{FF2B5EF4-FFF2-40B4-BE49-F238E27FC236}">
                  <a16:creationId xmlns:a16="http://schemas.microsoft.com/office/drawing/2014/main" id="{CBA02FB8-E42C-45DA-AAF7-3397620DA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4" name="Freeform 13">
              <a:extLst>
                <a:ext uri="{FF2B5EF4-FFF2-40B4-BE49-F238E27FC236}">
                  <a16:creationId xmlns:a16="http://schemas.microsoft.com/office/drawing/2014/main" id="{9929394A-93E2-4CC7-BE87-C83F6A8E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5" name="Freeform 14">
              <a:extLst>
                <a:ext uri="{FF2B5EF4-FFF2-40B4-BE49-F238E27FC236}">
                  <a16:creationId xmlns:a16="http://schemas.microsoft.com/office/drawing/2014/main" id="{0D9C5509-FF48-4A4B-93E5-54BB49A4A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6" name="Freeform 15">
              <a:extLst>
                <a:ext uri="{FF2B5EF4-FFF2-40B4-BE49-F238E27FC236}">
                  <a16:creationId xmlns:a16="http://schemas.microsoft.com/office/drawing/2014/main" id="{8D8D120B-EEA9-48FD-8996-23C6C46E1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7" name="Freeform 16">
              <a:extLst>
                <a:ext uri="{FF2B5EF4-FFF2-40B4-BE49-F238E27FC236}">
                  <a16:creationId xmlns:a16="http://schemas.microsoft.com/office/drawing/2014/main" id="{3C6F42D5-B202-46C6-8515-D98407842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8" name="Freeform 17">
              <a:extLst>
                <a:ext uri="{FF2B5EF4-FFF2-40B4-BE49-F238E27FC236}">
                  <a16:creationId xmlns:a16="http://schemas.microsoft.com/office/drawing/2014/main" id="{63970DAE-ED0B-4C16-A738-7D472097C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59" name="Freeform 18">
              <a:extLst>
                <a:ext uri="{FF2B5EF4-FFF2-40B4-BE49-F238E27FC236}">
                  <a16:creationId xmlns:a16="http://schemas.microsoft.com/office/drawing/2014/main" id="{3057B46C-1C3D-49B0-BFA0-F8C524233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0" name="Freeform 19">
              <a:extLst>
                <a:ext uri="{FF2B5EF4-FFF2-40B4-BE49-F238E27FC236}">
                  <a16:creationId xmlns:a16="http://schemas.microsoft.com/office/drawing/2014/main" id="{48CF20C5-3838-4173-A8B8-B2F2C98F1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1" name="Freeform 20">
              <a:extLst>
                <a:ext uri="{FF2B5EF4-FFF2-40B4-BE49-F238E27FC236}">
                  <a16:creationId xmlns:a16="http://schemas.microsoft.com/office/drawing/2014/main" id="{ECE30E10-7578-4E62-ACBF-10C479060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2" name="Freeform 21">
              <a:extLst>
                <a:ext uri="{FF2B5EF4-FFF2-40B4-BE49-F238E27FC236}">
                  <a16:creationId xmlns:a16="http://schemas.microsoft.com/office/drawing/2014/main" id="{944967BD-A875-4678-99F4-7F57BB00D9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3" name="Freeform 22">
              <a:extLst>
                <a:ext uri="{FF2B5EF4-FFF2-40B4-BE49-F238E27FC236}">
                  <a16:creationId xmlns:a16="http://schemas.microsoft.com/office/drawing/2014/main" id="{39B8890D-782F-4441-99F8-24D555ADB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4" name="Freeform 23">
              <a:extLst>
                <a:ext uri="{FF2B5EF4-FFF2-40B4-BE49-F238E27FC236}">
                  <a16:creationId xmlns:a16="http://schemas.microsoft.com/office/drawing/2014/main" id="{BD2843C9-86AC-4823-8D89-66B62F94E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5" name="Freeform 24">
              <a:extLst>
                <a:ext uri="{FF2B5EF4-FFF2-40B4-BE49-F238E27FC236}">
                  <a16:creationId xmlns:a16="http://schemas.microsoft.com/office/drawing/2014/main" id="{1B519EA3-915E-4EAD-A40F-32168E8E1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6" name="Freeform 25">
              <a:extLst>
                <a:ext uri="{FF2B5EF4-FFF2-40B4-BE49-F238E27FC236}">
                  <a16:creationId xmlns:a16="http://schemas.microsoft.com/office/drawing/2014/main" id="{7A321902-1E1D-4964-AF8F-D133DEA58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7" name="Freeform 26">
              <a:extLst>
                <a:ext uri="{FF2B5EF4-FFF2-40B4-BE49-F238E27FC236}">
                  <a16:creationId xmlns:a16="http://schemas.microsoft.com/office/drawing/2014/main" id="{112E54C4-91A4-40EC-9182-578C6684F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8" name="Freeform 27">
              <a:extLst>
                <a:ext uri="{FF2B5EF4-FFF2-40B4-BE49-F238E27FC236}">
                  <a16:creationId xmlns:a16="http://schemas.microsoft.com/office/drawing/2014/main" id="{8FA627D4-711B-43E1-956F-E83777F1E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69" name="Freeform 28">
              <a:extLst>
                <a:ext uri="{FF2B5EF4-FFF2-40B4-BE49-F238E27FC236}">
                  <a16:creationId xmlns:a16="http://schemas.microsoft.com/office/drawing/2014/main" id="{A52861B4-1F11-4F96-B2C6-6CF1ABF3E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0" name="Freeform 29">
              <a:extLst>
                <a:ext uri="{FF2B5EF4-FFF2-40B4-BE49-F238E27FC236}">
                  <a16:creationId xmlns:a16="http://schemas.microsoft.com/office/drawing/2014/main" id="{8B08E382-69A6-4F49-B9D0-30282ABF2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1" name="Freeform 30">
              <a:extLst>
                <a:ext uri="{FF2B5EF4-FFF2-40B4-BE49-F238E27FC236}">
                  <a16:creationId xmlns:a16="http://schemas.microsoft.com/office/drawing/2014/main" id="{C90814EC-520D-44F5-86DC-EC86DC654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2" name="Freeform 31">
              <a:extLst>
                <a:ext uri="{FF2B5EF4-FFF2-40B4-BE49-F238E27FC236}">
                  <a16:creationId xmlns:a16="http://schemas.microsoft.com/office/drawing/2014/main" id="{F912B22F-31DB-46D6-8E4E-54EBED6B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3" name="Freeform 32">
              <a:extLst>
                <a:ext uri="{FF2B5EF4-FFF2-40B4-BE49-F238E27FC236}">
                  <a16:creationId xmlns:a16="http://schemas.microsoft.com/office/drawing/2014/main" id="{051A22F2-66B3-4FF2-89BD-CD02C2681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4" name="Rectangle 33">
              <a:extLst>
                <a:ext uri="{FF2B5EF4-FFF2-40B4-BE49-F238E27FC236}">
                  <a16:creationId xmlns:a16="http://schemas.microsoft.com/office/drawing/2014/main" id="{4C2C276D-BE72-4024-971D-6777F9524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5" name="Freeform 34">
              <a:extLst>
                <a:ext uri="{FF2B5EF4-FFF2-40B4-BE49-F238E27FC236}">
                  <a16:creationId xmlns:a16="http://schemas.microsoft.com/office/drawing/2014/main" id="{6AFDDC6B-3AFC-48D7-95CF-5FBB511D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6" name="Freeform 35">
              <a:extLst>
                <a:ext uri="{FF2B5EF4-FFF2-40B4-BE49-F238E27FC236}">
                  <a16:creationId xmlns:a16="http://schemas.microsoft.com/office/drawing/2014/main" id="{FFAA444D-5CF5-4864-A37F-A111C8FF8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7" name="Freeform 36">
              <a:extLst>
                <a:ext uri="{FF2B5EF4-FFF2-40B4-BE49-F238E27FC236}">
                  <a16:creationId xmlns:a16="http://schemas.microsoft.com/office/drawing/2014/main" id="{5FF79462-E4F2-48A6-A56D-0D60256382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8" name="Freeform 37">
              <a:extLst>
                <a:ext uri="{FF2B5EF4-FFF2-40B4-BE49-F238E27FC236}">
                  <a16:creationId xmlns:a16="http://schemas.microsoft.com/office/drawing/2014/main" id="{966D2CEE-D08F-46BC-B14C-93765B5B5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79" name="Freeform 38">
              <a:extLst>
                <a:ext uri="{FF2B5EF4-FFF2-40B4-BE49-F238E27FC236}">
                  <a16:creationId xmlns:a16="http://schemas.microsoft.com/office/drawing/2014/main" id="{599A4AD6-C27F-4336-9E88-8C647A23C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0" name="Freeform 39">
              <a:extLst>
                <a:ext uri="{FF2B5EF4-FFF2-40B4-BE49-F238E27FC236}">
                  <a16:creationId xmlns:a16="http://schemas.microsoft.com/office/drawing/2014/main" id="{44DF8341-5042-4DC0-BAEF-E3D91FF7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1" name="Freeform 40">
              <a:extLst>
                <a:ext uri="{FF2B5EF4-FFF2-40B4-BE49-F238E27FC236}">
                  <a16:creationId xmlns:a16="http://schemas.microsoft.com/office/drawing/2014/main" id="{71762CC7-CB05-40DA-A00C-4E2E2480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2" name="Freeform 41">
              <a:extLst>
                <a:ext uri="{FF2B5EF4-FFF2-40B4-BE49-F238E27FC236}">
                  <a16:creationId xmlns:a16="http://schemas.microsoft.com/office/drawing/2014/main" id="{4F9045FC-8914-48C8-A36C-AAA35E3F4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3" name="Freeform 42">
              <a:extLst>
                <a:ext uri="{FF2B5EF4-FFF2-40B4-BE49-F238E27FC236}">
                  <a16:creationId xmlns:a16="http://schemas.microsoft.com/office/drawing/2014/main" id="{2B8DF617-2AF1-45FE-A0B8-E36B9580A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4" name="Freeform 43">
              <a:extLst>
                <a:ext uri="{FF2B5EF4-FFF2-40B4-BE49-F238E27FC236}">
                  <a16:creationId xmlns:a16="http://schemas.microsoft.com/office/drawing/2014/main" id="{492D7FF8-46B6-4679-9439-2057238D5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5" name="Freeform 44">
              <a:extLst>
                <a:ext uri="{FF2B5EF4-FFF2-40B4-BE49-F238E27FC236}">
                  <a16:creationId xmlns:a16="http://schemas.microsoft.com/office/drawing/2014/main" id="{33DDE513-207C-49C7-BF67-7526AAAA1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6" name="Rectangle 45">
              <a:extLst>
                <a:ext uri="{FF2B5EF4-FFF2-40B4-BE49-F238E27FC236}">
                  <a16:creationId xmlns:a16="http://schemas.microsoft.com/office/drawing/2014/main" id="{ABEE1802-DF83-4775-831C-512B9B0B15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7" name="Freeform 46">
              <a:extLst>
                <a:ext uri="{FF2B5EF4-FFF2-40B4-BE49-F238E27FC236}">
                  <a16:creationId xmlns:a16="http://schemas.microsoft.com/office/drawing/2014/main" id="{3882C4EF-F620-4972-8FB9-B856D2B63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8" name="Freeform 47">
              <a:extLst>
                <a:ext uri="{FF2B5EF4-FFF2-40B4-BE49-F238E27FC236}">
                  <a16:creationId xmlns:a16="http://schemas.microsoft.com/office/drawing/2014/main" id="{531F85E7-F63E-4D39-8088-8195AD227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89" name="Freeform 48">
              <a:extLst>
                <a:ext uri="{FF2B5EF4-FFF2-40B4-BE49-F238E27FC236}">
                  <a16:creationId xmlns:a16="http://schemas.microsoft.com/office/drawing/2014/main" id="{9ADD32DD-B096-4677-80F8-B92AA01E6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0" name="Freeform 49">
              <a:extLst>
                <a:ext uri="{FF2B5EF4-FFF2-40B4-BE49-F238E27FC236}">
                  <a16:creationId xmlns:a16="http://schemas.microsoft.com/office/drawing/2014/main" id="{9F1863D8-139F-4C40-BF00-40B6EA0F3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1" name="Freeform 50">
              <a:extLst>
                <a:ext uri="{FF2B5EF4-FFF2-40B4-BE49-F238E27FC236}">
                  <a16:creationId xmlns:a16="http://schemas.microsoft.com/office/drawing/2014/main" id="{41C88777-539F-4497-8ACD-DB5EB48C8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2" name="Freeform 51">
              <a:extLst>
                <a:ext uri="{FF2B5EF4-FFF2-40B4-BE49-F238E27FC236}">
                  <a16:creationId xmlns:a16="http://schemas.microsoft.com/office/drawing/2014/main" id="{502CEC28-4F28-4576-B919-7262CCC10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3" name="Freeform 52">
              <a:extLst>
                <a:ext uri="{FF2B5EF4-FFF2-40B4-BE49-F238E27FC236}">
                  <a16:creationId xmlns:a16="http://schemas.microsoft.com/office/drawing/2014/main" id="{C9E5198A-7C53-4D62-BA3D-A3AC6FD0F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4" name="Freeform 53">
              <a:extLst>
                <a:ext uri="{FF2B5EF4-FFF2-40B4-BE49-F238E27FC236}">
                  <a16:creationId xmlns:a16="http://schemas.microsoft.com/office/drawing/2014/main" id="{E9A854AB-3F74-4287-87DC-AF5A56885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5" name="Freeform 54">
              <a:extLst>
                <a:ext uri="{FF2B5EF4-FFF2-40B4-BE49-F238E27FC236}">
                  <a16:creationId xmlns:a16="http://schemas.microsoft.com/office/drawing/2014/main" id="{4AB0057E-B3A6-4026-9957-95F85AEE5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6" name="Freeform 55">
              <a:extLst>
                <a:ext uri="{FF2B5EF4-FFF2-40B4-BE49-F238E27FC236}">
                  <a16:creationId xmlns:a16="http://schemas.microsoft.com/office/drawing/2014/main" id="{3EE41E05-F297-4026-836E-28493C070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7" name="Freeform 56">
              <a:extLst>
                <a:ext uri="{FF2B5EF4-FFF2-40B4-BE49-F238E27FC236}">
                  <a16:creationId xmlns:a16="http://schemas.microsoft.com/office/drawing/2014/main" id="{C92C5E3B-704D-4F3E-8093-7CA684C41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8" name="Freeform 57">
              <a:extLst>
                <a:ext uri="{FF2B5EF4-FFF2-40B4-BE49-F238E27FC236}">
                  <a16:creationId xmlns:a16="http://schemas.microsoft.com/office/drawing/2014/main" id="{825CD6F0-AF7C-4FF4-97CB-67456D1D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199" name="Freeform 58">
              <a:extLst>
                <a:ext uri="{FF2B5EF4-FFF2-40B4-BE49-F238E27FC236}">
                  <a16:creationId xmlns:a16="http://schemas.microsoft.com/office/drawing/2014/main" id="{C4DD64A4-C034-4789-BB5E-F569044A3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1216" name="Group 1215">
            <a:extLst>
              <a:ext uri="{FF2B5EF4-FFF2-40B4-BE49-F238E27FC236}">
                <a16:creationId xmlns:a16="http://schemas.microsoft.com/office/drawing/2014/main" id="{B683E0DB-6F21-4C3E-8305-9450FD8D6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02" name="Freeform 32">
              <a:extLst>
                <a:ext uri="{FF2B5EF4-FFF2-40B4-BE49-F238E27FC236}">
                  <a16:creationId xmlns:a16="http://schemas.microsoft.com/office/drawing/2014/main" id="{F0A05D6A-7B96-4CC8-AE3F-7FD9D8AD9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03" name="Freeform 33">
              <a:extLst>
                <a:ext uri="{FF2B5EF4-FFF2-40B4-BE49-F238E27FC236}">
                  <a16:creationId xmlns:a16="http://schemas.microsoft.com/office/drawing/2014/main" id="{5D804E2E-555D-4400-AF17-C855839CB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04" name="Freeform 34">
              <a:extLst>
                <a:ext uri="{FF2B5EF4-FFF2-40B4-BE49-F238E27FC236}">
                  <a16:creationId xmlns:a16="http://schemas.microsoft.com/office/drawing/2014/main" id="{18D98775-8A76-44FB-B847-48847A7B51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05" name="Freeform 35">
              <a:extLst>
                <a:ext uri="{FF2B5EF4-FFF2-40B4-BE49-F238E27FC236}">
                  <a16:creationId xmlns:a16="http://schemas.microsoft.com/office/drawing/2014/main" id="{81718D4D-D78C-49F6-A8D0-9BFA8281A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06" name="Freeform 36">
              <a:extLst>
                <a:ext uri="{FF2B5EF4-FFF2-40B4-BE49-F238E27FC236}">
                  <a16:creationId xmlns:a16="http://schemas.microsoft.com/office/drawing/2014/main" id="{77635061-C105-40C2-B344-85AFF348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07" name="Freeform 37">
              <a:extLst>
                <a:ext uri="{FF2B5EF4-FFF2-40B4-BE49-F238E27FC236}">
                  <a16:creationId xmlns:a16="http://schemas.microsoft.com/office/drawing/2014/main" id="{8AC7657B-8096-43B1-8064-66D26AD3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08" name="Freeform 38">
              <a:extLst>
                <a:ext uri="{FF2B5EF4-FFF2-40B4-BE49-F238E27FC236}">
                  <a16:creationId xmlns:a16="http://schemas.microsoft.com/office/drawing/2014/main" id="{53E7728E-84D6-4409-8B01-362F9C83C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09" name="Freeform 39">
              <a:extLst>
                <a:ext uri="{FF2B5EF4-FFF2-40B4-BE49-F238E27FC236}">
                  <a16:creationId xmlns:a16="http://schemas.microsoft.com/office/drawing/2014/main" id="{4AC472D4-CE53-4329-A993-58B6E842D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10" name="Freeform 40">
              <a:extLst>
                <a:ext uri="{FF2B5EF4-FFF2-40B4-BE49-F238E27FC236}">
                  <a16:creationId xmlns:a16="http://schemas.microsoft.com/office/drawing/2014/main" id="{26159CF8-0326-4216-A837-F6D30FE96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1211" name="Rectangle 41">
              <a:extLst>
                <a:ext uri="{FF2B5EF4-FFF2-40B4-BE49-F238E27FC236}">
                  <a16:creationId xmlns:a16="http://schemas.microsoft.com/office/drawing/2014/main" id="{9BC6B81B-A802-4A4A-A808-00EB76985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pic>
        <p:nvPicPr>
          <p:cNvPr id="1026" name="Picture 2" descr="Aucune description disponible.">
            <a:extLst>
              <a:ext uri="{FF2B5EF4-FFF2-40B4-BE49-F238E27FC236}">
                <a16:creationId xmlns:a16="http://schemas.microsoft.com/office/drawing/2014/main" id="{EE139CA0-9414-BBEE-9BB6-B8F48B3E4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r="8345"/>
          <a:stretch/>
        </p:blipFill>
        <p:spPr bwMode="auto">
          <a:xfrm>
            <a:off x="-5597" y="10"/>
            <a:ext cx="463558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with a circle and a circle in the middle&#10;&#10;AI-generated content may be incorrect.">
            <a:extLst>
              <a:ext uri="{FF2B5EF4-FFF2-40B4-BE49-F238E27FC236}">
                <a16:creationId xmlns:a16="http://schemas.microsoft.com/office/drawing/2014/main" id="{5150E8EF-F4B3-FEC8-214D-34DD8A2F94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1689" y="4461025"/>
            <a:ext cx="1471314" cy="14713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007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8DDFD-6981-CA8A-2AF1-795CE377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3855E6-DF17-79A4-DB71-E71392608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fr-CA"/>
          </a:p>
          <a:p>
            <a:r>
              <a:rPr lang="fr-CA" sz="4400" err="1"/>
              <a:t>Gimbal</a:t>
            </a:r>
            <a:r>
              <a:rPr lang="fr-CA" sz="4400"/>
              <a:t> 3 axes:</a:t>
            </a:r>
          </a:p>
          <a:p>
            <a:pPr lvl="1"/>
            <a:r>
              <a:rPr lang="fr-CA" sz="3200"/>
              <a:t>Stabilisation d’une caméra </a:t>
            </a:r>
          </a:p>
          <a:p>
            <a:pPr lvl="1"/>
            <a:r>
              <a:rPr lang="fr-CA" sz="3200"/>
              <a:t>Cadrage actif d’un point d’intérêt</a:t>
            </a:r>
          </a:p>
          <a:p>
            <a:pPr lvl="1"/>
            <a:r>
              <a:rPr lang="fr-CA" sz="3200"/>
              <a:t>Interface de contrôle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07ADAD-B825-4A9A-2A34-6DB650D19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340" y="1699993"/>
            <a:ext cx="5221760" cy="391521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1D324E1-AE82-EED0-1985-B1FA46EB3993}"/>
              </a:ext>
            </a:extLst>
          </p:cNvPr>
          <p:cNvSpPr txBox="1"/>
          <p:nvPr/>
        </p:nvSpPr>
        <p:spPr>
          <a:xfrm>
            <a:off x="5436340" y="5615206"/>
            <a:ext cx="3063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/>
              <a:t>Client satisfait</a:t>
            </a:r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2527207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57F8FD-A730-4C80-9518-94BBAE96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Objectifs principaux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C699B1-A656-BE87-1B9D-9F9652031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Stabiliser activement une caméra</a:t>
            </a:r>
            <a:r>
              <a:rPr lang="fr-CA">
                <a:sym typeface="Wingdings" pitchFamily="2" charset="2"/>
              </a:rPr>
              <a:t>  de 1° à 90°</a:t>
            </a:r>
          </a:p>
          <a:p>
            <a:r>
              <a:rPr lang="fr-CA">
                <a:sym typeface="Wingdings" pitchFamily="2" charset="2"/>
              </a:rPr>
              <a:t>Système réactif  &lt; 30ms</a:t>
            </a:r>
            <a:endParaRPr lang="fr-CA"/>
          </a:p>
          <a:p>
            <a:r>
              <a:rPr lang="fr-CA"/>
              <a:t>Développer un mode de suivi automatique </a:t>
            </a:r>
            <a:r>
              <a:rPr lang="fr-CA">
                <a:sym typeface="Wingdings" pitchFamily="2" charset="2"/>
              </a:rPr>
              <a:t> 5m/s à 3m de la caméra</a:t>
            </a:r>
            <a:endParaRPr lang="fr-CA"/>
          </a:p>
          <a:p>
            <a:r>
              <a:rPr lang="fr-CA"/>
              <a:t>Concevoir une structure mécanique optimisée </a:t>
            </a:r>
            <a:r>
              <a:rPr lang="fr-CA">
                <a:sym typeface="Wingdings" pitchFamily="2" charset="2"/>
              </a:rPr>
              <a:t> &lt; 500g total</a:t>
            </a:r>
            <a:endParaRPr lang="fr-CA"/>
          </a:p>
          <a:p>
            <a:r>
              <a:rPr lang="fr-CA"/>
              <a:t>Créer une interface de contrôle intuitive</a:t>
            </a:r>
          </a:p>
        </p:txBody>
      </p:sp>
    </p:spTree>
    <p:extLst>
      <p:ext uri="{BB962C8B-B14F-4D97-AF65-F5344CB8AC3E}">
        <p14:creationId xmlns:p14="http://schemas.microsoft.com/office/powerpoint/2010/main" val="92601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8F418B4A-1006-AFC9-2713-8880E98A1FB2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6097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Mécanique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861C3D31-654B-658B-012C-BA3204ECD3E0}"/>
              </a:ext>
            </a:extLst>
          </p:cNvPr>
          <p:cNvSpPr txBox="1">
            <a:spLocks/>
          </p:cNvSpPr>
          <p:nvPr/>
        </p:nvSpPr>
        <p:spPr>
          <a:xfrm>
            <a:off x="1141413" y="1712961"/>
            <a:ext cx="4406674" cy="35743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Minimiser</a:t>
            </a:r>
            <a:r>
              <a:rPr lang="en-US"/>
              <a:t> la taille</a:t>
            </a:r>
          </a:p>
          <a:p>
            <a:r>
              <a:rPr lang="en-US" err="1"/>
              <a:t>Tenir</a:t>
            </a:r>
            <a:r>
              <a:rPr lang="en-US"/>
              <a:t> la camera </a:t>
            </a:r>
            <a:r>
              <a:rPr lang="en-US" err="1"/>
              <a:t>efficacement</a:t>
            </a:r>
            <a:endParaRPr lang="en-US"/>
          </a:p>
          <a:p>
            <a:r>
              <a:rPr lang="en-US"/>
              <a:t>Ne pas </a:t>
            </a:r>
            <a:r>
              <a:rPr lang="en-US" err="1"/>
              <a:t>dépasser</a:t>
            </a:r>
            <a:r>
              <a:rPr lang="en-US"/>
              <a:t> la </a:t>
            </a:r>
            <a:r>
              <a:rPr lang="en-US" err="1"/>
              <a:t>limite</a:t>
            </a:r>
            <a:r>
              <a:rPr lang="en-US"/>
              <a:t> </a:t>
            </a:r>
            <a:r>
              <a:rPr lang="en-US" err="1"/>
              <a:t>axiale</a:t>
            </a:r>
            <a:r>
              <a:rPr lang="en-US"/>
              <a:t> des </a:t>
            </a:r>
            <a:r>
              <a:rPr lang="en-US" err="1"/>
              <a:t>servomoteurs</a:t>
            </a:r>
            <a:endParaRPr lang="en-US"/>
          </a:p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392D52-4DF3-4C53-93BE-275941E029D6}"/>
              </a:ext>
            </a:extLst>
          </p:cNvPr>
          <p:cNvSpPr/>
          <p:nvPr/>
        </p:nvSpPr>
        <p:spPr>
          <a:xfrm>
            <a:off x="5554435" y="307352"/>
            <a:ext cx="2743200" cy="2743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FA39C5E-830B-8DAD-1251-36749ADD07F4}"/>
              </a:ext>
            </a:extLst>
          </p:cNvPr>
          <p:cNvGrpSpPr/>
          <p:nvPr/>
        </p:nvGrpSpPr>
        <p:grpSpPr>
          <a:xfrm>
            <a:off x="8909035" y="2057400"/>
            <a:ext cx="2743200" cy="2743200"/>
            <a:chOff x="9040228" y="1079146"/>
            <a:chExt cx="2743200" cy="2743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64A5D8-C232-6EB3-2480-9C9AC9AD9917}"/>
                </a:ext>
              </a:extLst>
            </p:cNvPr>
            <p:cNvSpPr/>
            <p:nvPr/>
          </p:nvSpPr>
          <p:spPr>
            <a:xfrm>
              <a:off x="9040228" y="1079146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CF758184-4A96-2E5C-B913-1C9A58D81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19049" y="1134145"/>
              <a:ext cx="2185557" cy="2633202"/>
            </a:xfrm>
            <a:prstGeom prst="rect">
              <a:avLst/>
            </a:prstGeom>
          </p:spPr>
        </p:pic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D6DC49B-AD77-9826-407B-5838A963AFC0}"/>
              </a:ext>
            </a:extLst>
          </p:cNvPr>
          <p:cNvGrpSpPr/>
          <p:nvPr/>
        </p:nvGrpSpPr>
        <p:grpSpPr>
          <a:xfrm>
            <a:off x="5554435" y="3604025"/>
            <a:ext cx="2743200" cy="2743200"/>
            <a:chOff x="5237422" y="3562144"/>
            <a:chExt cx="2743200" cy="2743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585832-B111-DFE0-F682-9F68EE4FF211}"/>
                </a:ext>
              </a:extLst>
            </p:cNvPr>
            <p:cNvSpPr/>
            <p:nvPr/>
          </p:nvSpPr>
          <p:spPr>
            <a:xfrm>
              <a:off x="5237422" y="3562144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5E9018E5-D7A4-76D0-F58E-B38A20CDE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7396" y="3754875"/>
              <a:ext cx="2443251" cy="2357737"/>
            </a:xfrm>
            <a:prstGeom prst="rect">
              <a:avLst/>
            </a:prstGeom>
          </p:spPr>
        </p:pic>
      </p:grpSp>
      <p:sp>
        <p:nvSpPr>
          <p:cNvPr id="16" name="Flèche : virage 15">
            <a:extLst>
              <a:ext uri="{FF2B5EF4-FFF2-40B4-BE49-F238E27FC236}">
                <a16:creationId xmlns:a16="http://schemas.microsoft.com/office/drawing/2014/main" id="{4BEE4011-7D3C-6576-AE29-21DCFAC2815A}"/>
              </a:ext>
            </a:extLst>
          </p:cNvPr>
          <p:cNvSpPr/>
          <p:nvPr/>
        </p:nvSpPr>
        <p:spPr>
          <a:xfrm rot="5400000">
            <a:off x="9107305" y="221280"/>
            <a:ext cx="990892" cy="2446931"/>
          </a:xfrm>
          <a:prstGeom prst="bentArrow">
            <a:avLst>
              <a:gd name="adj1" fmla="val 25000"/>
              <a:gd name="adj2" fmla="val 47894"/>
              <a:gd name="adj3" fmla="val 35566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sp>
        <p:nvSpPr>
          <p:cNvPr id="17" name="Flèche : virage 16">
            <a:extLst>
              <a:ext uri="{FF2B5EF4-FFF2-40B4-BE49-F238E27FC236}">
                <a16:creationId xmlns:a16="http://schemas.microsoft.com/office/drawing/2014/main" id="{7114FEFD-26B5-1C67-5DF7-C36B0E8BD91F}"/>
              </a:ext>
            </a:extLst>
          </p:cNvPr>
          <p:cNvSpPr/>
          <p:nvPr/>
        </p:nvSpPr>
        <p:spPr>
          <a:xfrm rot="10800000">
            <a:off x="8447609" y="4917807"/>
            <a:ext cx="2002885" cy="1236685"/>
          </a:xfrm>
          <a:prstGeom prst="bentArrow">
            <a:avLst>
              <a:gd name="adj1" fmla="val 25000"/>
              <a:gd name="adj2" fmla="val 36041"/>
              <a:gd name="adj3" fmla="val 33308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B85FF7D-5740-4D93-8E17-629525E7B3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925"/>
          <a:stretch/>
        </p:blipFill>
        <p:spPr>
          <a:xfrm>
            <a:off x="5597655" y="365780"/>
            <a:ext cx="2656758" cy="262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09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1E1E1-0AF4-DA21-5C6E-1F48E95FD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21AD6E72-B092-C9F8-BFC4-99FE27ED8855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6097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Mécanique</a:t>
            </a:r>
            <a:endParaRPr lang="en-US"/>
          </a:p>
          <a:p>
            <a:r>
              <a:rPr lang="en-US"/>
              <a:t>Bras 1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571C698-4E77-CC83-B02B-855C8C48C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313" y="328662"/>
            <a:ext cx="7204636" cy="582283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DDCF89F-094E-E9CF-8099-947732B52D17}"/>
              </a:ext>
            </a:extLst>
          </p:cNvPr>
          <p:cNvSpPr txBox="1"/>
          <p:nvPr/>
        </p:nvSpPr>
        <p:spPr>
          <a:xfrm>
            <a:off x="729342" y="2046513"/>
            <a:ext cx="315685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CA"/>
              <a:t>Cm chargé centré à 8.1cm de l'axe du servo</a:t>
            </a:r>
          </a:p>
          <a:p>
            <a:pPr marL="285750" indent="-285750">
              <a:buFont typeface="Arial"/>
              <a:buChar char="•"/>
            </a:pPr>
            <a:r>
              <a:rPr lang="fr-CA"/>
              <a:t>Charge maximale 0.5kg</a:t>
            </a:r>
          </a:p>
          <a:p>
            <a:pPr marL="285750" indent="-285750">
              <a:buFont typeface="Arial"/>
              <a:buChar char="•"/>
            </a:pPr>
            <a:r>
              <a:rPr lang="fr-CA"/>
              <a:t>Charge réelle 0.314kg</a:t>
            </a:r>
          </a:p>
          <a:p>
            <a:pPr marL="285750" indent="-285750">
              <a:buFont typeface="Arial"/>
              <a:buChar char="•"/>
            </a:pPr>
            <a:r>
              <a:rPr lang="fr-CA"/>
              <a:t>FS de 1.6</a:t>
            </a:r>
          </a:p>
        </p:txBody>
      </p:sp>
    </p:spTree>
    <p:extLst>
      <p:ext uri="{BB962C8B-B14F-4D97-AF65-F5344CB8AC3E}">
        <p14:creationId xmlns:p14="http://schemas.microsoft.com/office/powerpoint/2010/main" val="1886764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560BF-F656-1E7C-D15F-ECDFE36D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4D70CE8B-BE01-DAEA-B804-322074C7152D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6097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Mécanique</a:t>
            </a:r>
            <a:endParaRPr lang="en-US"/>
          </a:p>
          <a:p>
            <a:r>
              <a:rPr lang="en-US"/>
              <a:t>Bras 2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5EBE039-D476-FC97-6176-BABDB0ADAC30}"/>
              </a:ext>
            </a:extLst>
          </p:cNvPr>
          <p:cNvSpPr txBox="1"/>
          <p:nvPr/>
        </p:nvSpPr>
        <p:spPr>
          <a:xfrm>
            <a:off x="729342" y="2046513"/>
            <a:ext cx="315685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CA"/>
              <a:t>Cm chargé centré à 12cm de l'axe du servo</a:t>
            </a:r>
          </a:p>
          <a:p>
            <a:pPr marL="285750" indent="-285750">
              <a:buFont typeface="Arial"/>
              <a:buChar char="•"/>
            </a:pPr>
            <a:r>
              <a:rPr lang="fr-CA"/>
              <a:t>Charge maximale 0.34kg</a:t>
            </a:r>
          </a:p>
          <a:p>
            <a:pPr marL="285750" indent="-285750">
              <a:buFont typeface="Arial"/>
              <a:buChar char="•"/>
            </a:pPr>
            <a:r>
              <a:rPr lang="fr-CA"/>
              <a:t>Charge réelle 0.117kg</a:t>
            </a:r>
          </a:p>
          <a:p>
            <a:pPr marL="285750" indent="-285750">
              <a:buFont typeface="Arial"/>
              <a:buChar char="•"/>
            </a:pPr>
            <a:r>
              <a:rPr lang="fr-CA"/>
              <a:t>FS de 2.9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8A4ABD33-E538-CB28-D599-CB4831167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270" y="747257"/>
            <a:ext cx="7205472" cy="525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15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8F418B4A-1006-AFC9-2713-8880E98A1FB2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6097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Mécanique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861C3D31-654B-658B-012C-BA3204ECD3E0}"/>
              </a:ext>
            </a:extLst>
          </p:cNvPr>
          <p:cNvSpPr txBox="1">
            <a:spLocks/>
          </p:cNvSpPr>
          <p:nvPr/>
        </p:nvSpPr>
        <p:spPr>
          <a:xfrm>
            <a:off x="1141413" y="1717396"/>
            <a:ext cx="4396729" cy="3569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Tenir</a:t>
            </a:r>
            <a:r>
              <a:rPr lang="en-US"/>
              <a:t> le prototype</a:t>
            </a:r>
          </a:p>
          <a:p>
            <a:r>
              <a:rPr lang="en-US" err="1"/>
              <a:t>Intégration</a:t>
            </a:r>
            <a:r>
              <a:rPr lang="en-US"/>
              <a:t> des circuits </a:t>
            </a:r>
            <a:br>
              <a:rPr lang="en-US"/>
            </a:br>
            <a:r>
              <a:rPr lang="en-US"/>
              <a:t>dans la </a:t>
            </a:r>
            <a:r>
              <a:rPr lang="en-US" err="1"/>
              <a:t>poignée</a:t>
            </a:r>
            <a:endParaRPr lang="en-US"/>
          </a:p>
          <a:p>
            <a:r>
              <a:rPr lang="en-US"/>
              <a:t>Facile </a:t>
            </a:r>
            <a:r>
              <a:rPr lang="en-US" err="1"/>
              <a:t>d’accès</a:t>
            </a:r>
            <a:r>
              <a:rPr lang="en-US"/>
              <a:t> et </a:t>
            </a:r>
            <a:br>
              <a:rPr lang="en-US"/>
            </a:br>
            <a:r>
              <a:rPr lang="en-US" err="1"/>
              <a:t>rangement</a:t>
            </a:r>
            <a:r>
              <a:rPr lang="en-US"/>
              <a:t> des </a:t>
            </a:r>
            <a:r>
              <a:rPr lang="en-US" err="1"/>
              <a:t>fils</a:t>
            </a:r>
            <a:endParaRPr lang="en-US"/>
          </a:p>
          <a:p>
            <a:r>
              <a:rPr lang="en-US"/>
              <a:t>Légère pour </a:t>
            </a:r>
            <a:r>
              <a:rPr lang="en-US" err="1"/>
              <a:t>être</a:t>
            </a:r>
            <a:r>
              <a:rPr lang="en-US"/>
              <a:t> </a:t>
            </a:r>
            <a:r>
              <a:rPr lang="en-US" err="1"/>
              <a:t>facilement</a:t>
            </a:r>
            <a:r>
              <a:rPr lang="en-US"/>
              <a:t> </a:t>
            </a:r>
            <a:r>
              <a:rPr lang="en-US" err="1"/>
              <a:t>maniable</a:t>
            </a:r>
            <a:endParaRPr lang="en-US"/>
          </a:p>
          <a:p>
            <a:endParaRPr lang="en-US"/>
          </a:p>
        </p:txBody>
      </p:sp>
      <p:sp>
        <p:nvSpPr>
          <p:cNvPr id="16" name="Flèche : virage 15">
            <a:extLst>
              <a:ext uri="{FF2B5EF4-FFF2-40B4-BE49-F238E27FC236}">
                <a16:creationId xmlns:a16="http://schemas.microsoft.com/office/drawing/2014/main" id="{4BEE4011-7D3C-6576-AE29-21DCFAC2815A}"/>
              </a:ext>
            </a:extLst>
          </p:cNvPr>
          <p:cNvSpPr/>
          <p:nvPr/>
        </p:nvSpPr>
        <p:spPr>
          <a:xfrm rot="5400000">
            <a:off x="9107305" y="221280"/>
            <a:ext cx="990892" cy="2446931"/>
          </a:xfrm>
          <a:prstGeom prst="bentArrow">
            <a:avLst>
              <a:gd name="adj1" fmla="val 25000"/>
              <a:gd name="adj2" fmla="val 47894"/>
              <a:gd name="adj3" fmla="val 35566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sp>
        <p:nvSpPr>
          <p:cNvPr id="17" name="Flèche : virage 16">
            <a:extLst>
              <a:ext uri="{FF2B5EF4-FFF2-40B4-BE49-F238E27FC236}">
                <a16:creationId xmlns:a16="http://schemas.microsoft.com/office/drawing/2014/main" id="{7114FEFD-26B5-1C67-5DF7-C36B0E8BD91F}"/>
              </a:ext>
            </a:extLst>
          </p:cNvPr>
          <p:cNvSpPr/>
          <p:nvPr/>
        </p:nvSpPr>
        <p:spPr>
          <a:xfrm rot="10800000">
            <a:off x="8447609" y="4917807"/>
            <a:ext cx="2002885" cy="1236685"/>
          </a:xfrm>
          <a:prstGeom prst="bentArrow">
            <a:avLst>
              <a:gd name="adj1" fmla="val 25000"/>
              <a:gd name="adj2" fmla="val 36041"/>
              <a:gd name="adj3" fmla="val 33308"/>
              <a:gd name="adj4" fmla="val 4163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AD96B30-82D8-AB73-C2C3-30E058E3D83E}"/>
              </a:ext>
            </a:extLst>
          </p:cNvPr>
          <p:cNvGrpSpPr/>
          <p:nvPr/>
        </p:nvGrpSpPr>
        <p:grpSpPr>
          <a:xfrm>
            <a:off x="5554435" y="307352"/>
            <a:ext cx="2743200" cy="2743200"/>
            <a:chOff x="5554435" y="307352"/>
            <a:chExt cx="2743200" cy="2743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392D52-4DF3-4C53-93BE-275941E029D6}"/>
                </a:ext>
              </a:extLst>
            </p:cNvPr>
            <p:cNvSpPr/>
            <p:nvPr/>
          </p:nvSpPr>
          <p:spPr>
            <a:xfrm>
              <a:off x="5554435" y="307352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494573A3-0178-5A43-9A9B-98F644025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0731" y="589290"/>
              <a:ext cx="2650608" cy="2312656"/>
            </a:xfrm>
            <a:prstGeom prst="rect">
              <a:avLst/>
            </a:prstGeom>
          </p:spPr>
        </p:pic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068B492C-4F54-EE00-1A7D-1130AC5C2B1A}"/>
              </a:ext>
            </a:extLst>
          </p:cNvPr>
          <p:cNvGrpSpPr/>
          <p:nvPr/>
        </p:nvGrpSpPr>
        <p:grpSpPr>
          <a:xfrm>
            <a:off x="8909035" y="2057400"/>
            <a:ext cx="2743200" cy="2743200"/>
            <a:chOff x="8909035" y="2057400"/>
            <a:chExt cx="2743200" cy="2743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64A5D8-C232-6EB3-2480-9C9AC9AD9917}"/>
                </a:ext>
              </a:extLst>
            </p:cNvPr>
            <p:cNvSpPr/>
            <p:nvPr/>
          </p:nvSpPr>
          <p:spPr>
            <a:xfrm>
              <a:off x="8909035" y="2057400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7E60F480-6717-32F2-60BB-E115BAB38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47851" y="2257855"/>
              <a:ext cx="2465567" cy="2342289"/>
            </a:xfrm>
            <a:prstGeom prst="rect">
              <a:avLst/>
            </a:prstGeom>
          </p:spPr>
        </p:pic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74F34FE4-3523-C3DF-C444-6EF791BDC896}"/>
              </a:ext>
            </a:extLst>
          </p:cNvPr>
          <p:cNvGrpSpPr/>
          <p:nvPr/>
        </p:nvGrpSpPr>
        <p:grpSpPr>
          <a:xfrm>
            <a:off x="5554435" y="3604025"/>
            <a:ext cx="2743200" cy="2743200"/>
            <a:chOff x="5554435" y="3604025"/>
            <a:chExt cx="2743200" cy="2743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585832-B111-DFE0-F682-9F68EE4FF211}"/>
                </a:ext>
              </a:extLst>
            </p:cNvPr>
            <p:cNvSpPr/>
            <p:nvPr/>
          </p:nvSpPr>
          <p:spPr>
            <a:xfrm>
              <a:off x="5554435" y="3604025"/>
              <a:ext cx="2743200" cy="2743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18EB6C8A-7F90-1CCB-C047-914C60214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8915" y="3849101"/>
              <a:ext cx="2674240" cy="22530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3017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A3018-AF13-4A45-A4E3-2D9E9534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fr-CA"/>
              <a:t>Électronique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DF0114-ECD7-7349-B59E-F0DA96E2C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5652792" cy="3541714"/>
          </a:xfrm>
        </p:spPr>
        <p:txBody>
          <a:bodyPr>
            <a:normAutofit/>
          </a:bodyPr>
          <a:lstStyle/>
          <a:p>
            <a:r>
              <a:rPr lang="fr-CA"/>
              <a:t>3 moteurs </a:t>
            </a:r>
            <a:r>
              <a:rPr lang="fr-CA" err="1"/>
              <a:t>Dynamixel</a:t>
            </a:r>
            <a:r>
              <a:rPr lang="fr-CA"/>
              <a:t> </a:t>
            </a:r>
          </a:p>
          <a:p>
            <a:pPr lvl="1"/>
            <a:r>
              <a:rPr lang="fr-CA"/>
              <a:t>2 gros + 1 petit</a:t>
            </a:r>
          </a:p>
          <a:p>
            <a:pPr lvl="1"/>
            <a:r>
              <a:rPr lang="fr-CA"/>
              <a:t>Daisy </a:t>
            </a:r>
            <a:r>
              <a:rPr lang="fr-CA" err="1"/>
              <a:t>chain</a:t>
            </a:r>
            <a:endParaRPr lang="fr-CA"/>
          </a:p>
          <a:p>
            <a:r>
              <a:rPr lang="fr-CA" err="1"/>
              <a:t>OpenRB</a:t>
            </a:r>
            <a:endParaRPr lang="fr-CA"/>
          </a:p>
          <a:p>
            <a:r>
              <a:rPr lang="fr-CA"/>
              <a:t>Unité de mesure inertielle</a:t>
            </a:r>
          </a:p>
          <a:p>
            <a:pPr lvl="1"/>
            <a:r>
              <a:rPr lang="fr-CA"/>
              <a:t>GY-521 (gyroscope + accéléromètre)</a:t>
            </a:r>
          </a:p>
          <a:p>
            <a:pPr lvl="1"/>
            <a:r>
              <a:rPr lang="fr-CA"/>
              <a:t>Position: à plat près du point de rotation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EDED4-1F58-456E-A8E2-886F15445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096" y="618517"/>
            <a:ext cx="4508987" cy="526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3DF11-ADEA-A3E2-CD06-B9F813E0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Mod</a:t>
            </a:r>
            <a:r>
              <a:rPr lang="fr-CA" err="1"/>
              <a:t>èle</a:t>
            </a:r>
            <a:r>
              <a:rPr lang="fr-CA"/>
              <a:t> </a:t>
            </a:r>
            <a:r>
              <a:rPr lang="fr-CA" err="1"/>
              <a:t>MAthématique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676F08-91E7-D1B6-94CD-1BBD955AD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37080"/>
            <a:ext cx="9905999" cy="37151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Euler</a:t>
            </a:r>
            <a:endParaRPr lang="fr-FR"/>
          </a:p>
          <a:p>
            <a:r>
              <a:rPr lang="fr-CA"/>
              <a:t>Quaternion</a:t>
            </a:r>
          </a:p>
          <a:p>
            <a:pPr lvl="1"/>
            <a:r>
              <a:rPr lang="fr-CA"/>
              <a:t>Représentation de rotation 3D </a:t>
            </a:r>
            <a:r>
              <a:rPr lang="fr-CA">
                <a:sym typeface="Wingdings" pitchFamily="2" charset="2"/>
              </a:rPr>
              <a:t> nombre complexes à 4 dimensions</a:t>
            </a:r>
            <a:endParaRPr lang="fr-CA"/>
          </a:p>
          <a:p>
            <a:pPr lvl="1"/>
            <a:r>
              <a:rPr lang="fr-CA">
                <a:sym typeface="Wingdings" pitchFamily="2" charset="2"/>
              </a:rPr>
              <a:t>Évite </a:t>
            </a:r>
            <a:r>
              <a:rPr lang="fr-CA" err="1">
                <a:sym typeface="Wingdings" pitchFamily="2" charset="2"/>
              </a:rPr>
              <a:t>gimbal</a:t>
            </a:r>
            <a:r>
              <a:rPr lang="fr-CA">
                <a:sym typeface="Wingdings" pitchFamily="2" charset="2"/>
              </a:rPr>
              <a:t> lock</a:t>
            </a:r>
            <a:endParaRPr lang="fr-CA"/>
          </a:p>
          <a:p>
            <a:pPr lvl="1"/>
            <a:r>
              <a:rPr lang="fr-CA">
                <a:sym typeface="Wingdings" pitchFamily="2" charset="2"/>
              </a:rPr>
              <a:t>Plus stable et plus précis</a:t>
            </a:r>
            <a:endParaRPr lang="fr-CA"/>
          </a:p>
        </p:txBody>
      </p:sp>
      <p:sp>
        <p:nvSpPr>
          <p:cNvPr id="4" name="AutoShape 2" descr="Euler's rotation theorem and corresponding rotation matrices: (a)... |  Download Scientific Diagram">
            <a:extLst>
              <a:ext uri="{FF2B5EF4-FFF2-40B4-BE49-F238E27FC236}">
                <a16:creationId xmlns:a16="http://schemas.microsoft.com/office/drawing/2014/main" id="{4B2A3C11-04E7-68E6-B874-8AC303FB58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5" name="Image 4" descr="A schematic diagram of a symmetric gyroscope [9]. | Download Scientific ...">
            <a:extLst>
              <a:ext uri="{FF2B5EF4-FFF2-40B4-BE49-F238E27FC236}">
                <a16:creationId xmlns:a16="http://schemas.microsoft.com/office/drawing/2014/main" id="{2C8A52B3-E36D-8446-40B2-FE6E669F2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453" y="3273676"/>
            <a:ext cx="3930882" cy="296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41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7DC411-E74E-5D10-2163-661FFA39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99649"/>
          </a:xfrm>
        </p:spPr>
        <p:txBody>
          <a:bodyPr/>
          <a:lstStyle/>
          <a:p>
            <a:r>
              <a:rPr lang="fr-CA"/>
              <a:t>Mode de stabilisation – Structure du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59AC7-5356-6787-A13D-F8EB3493C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37" b="92683" l="3424" r="99572">
                        <a14:foregroundMark x1="4565" y1="46341" x2="39515" y2="93902"/>
                        <a14:foregroundMark x1="39515" y1="93902" x2="69900" y2="93902"/>
                        <a14:foregroundMark x1="69900" y1="93902" x2="44365" y2="31707"/>
                        <a14:foregroundMark x1="44365" y1="31707" x2="32097" y2="35366"/>
                        <a14:foregroundMark x1="32097" y1="35366" x2="63053" y2="48780"/>
                        <a14:foregroundMark x1="63053" y1="48780" x2="30385" y2="9756"/>
                        <a14:foregroundMark x1="30385" y1="9756" x2="10414" y2="62195"/>
                        <a14:foregroundMark x1="19544" y1="47561" x2="6277" y2="52439"/>
                        <a14:foregroundMark x1="6277" y1="52439" x2="3566" y2="73171"/>
                        <a14:foregroundMark x1="69615" y1="9756" x2="85735" y2="63415"/>
                        <a14:foregroundMark x1="85735" y1="63415" x2="71755" y2="82927"/>
                        <a14:foregroundMark x1="71755" y1="82927" x2="82168" y2="82927"/>
                        <a14:foregroundMark x1="82168" y1="82927" x2="87161" y2="18293"/>
                        <a14:foregroundMark x1="87161" y1="18293" x2="80742" y2="36585"/>
                        <a14:foregroundMark x1="99429" y1="46341" x2="90300" y2="63415"/>
                        <a14:foregroundMark x1="90300" y1="63415" x2="92725" y2="79268"/>
                        <a14:foregroundMark x1="92582" y1="29268" x2="95578" y2="79268"/>
                        <a14:foregroundMark x1="99287" y1="62195" x2="99572" y2="79268"/>
                        <a14:foregroundMark x1="99001" y1="36585" x2="99429" y2="536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8232" y="2829175"/>
            <a:ext cx="10255536" cy="1199649"/>
          </a:xfrm>
        </p:spPr>
      </p:pic>
    </p:spTree>
    <p:extLst>
      <p:ext uri="{BB962C8B-B14F-4D97-AF65-F5344CB8AC3E}">
        <p14:creationId xmlns:p14="http://schemas.microsoft.com/office/powerpoint/2010/main" val="2737096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6E13-EADD-AE95-1F53-73114852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Informatique -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C520F-4419-90FA-D3D2-DC5E987F2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972" y="2097088"/>
            <a:ext cx="9905999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Choix de la caméra Pi camera 3</a:t>
            </a:r>
          </a:p>
          <a:p>
            <a:r>
              <a:rPr lang="fr-CA"/>
              <a:t>Programmation de la caméra</a:t>
            </a:r>
          </a:p>
          <a:p>
            <a:pPr lvl="1"/>
            <a:r>
              <a:rPr lang="fr-CA" err="1"/>
              <a:t>Ultralytics</a:t>
            </a:r>
            <a:endParaRPr lang="fr-CA">
              <a:latin typeface="Tw Cen MT" panose="020B0602020104020603" pitchFamily="34" charset="0"/>
            </a:endParaRPr>
          </a:p>
          <a:p>
            <a:pPr lvl="1"/>
            <a:r>
              <a:rPr lang="fr-CA"/>
              <a:t>Utilisation de </a:t>
            </a:r>
            <a:r>
              <a:rPr lang="fr-CA" err="1"/>
              <a:t>Yolo</a:t>
            </a:r>
            <a:r>
              <a:rPr lang="fr-CA"/>
              <a:t> v8 (Modèle NCNN)</a:t>
            </a:r>
          </a:p>
          <a:p>
            <a:pPr lvl="1"/>
            <a:r>
              <a:rPr lang="fr-CA"/>
              <a:t>320x320 : Traitement</a:t>
            </a:r>
          </a:p>
          <a:p>
            <a:pPr lvl="1"/>
            <a:r>
              <a:rPr lang="fr-CA"/>
              <a:t>1280x1280 : Affichage</a:t>
            </a:r>
          </a:p>
          <a:p>
            <a:r>
              <a:rPr lang="fr-CA"/>
              <a:t>Choix de la vitesse moteur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</p:txBody>
      </p:sp>
      <p:pic>
        <p:nvPicPr>
          <p:cNvPr id="5" name="Picture 4" descr="A green circuit board with a white ribbon&#10;&#10;AI-generated content may be incorrect.">
            <a:extLst>
              <a:ext uri="{FF2B5EF4-FFF2-40B4-BE49-F238E27FC236}">
                <a16:creationId xmlns:a16="http://schemas.microsoft.com/office/drawing/2014/main" id="{A98597A4-A783-F81D-91E2-B0EF1CB01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263" b="95965" l="16863" r="83235">
                        <a14:foregroundMark x1="26373" y1="88772" x2="25196" y2="88246"/>
                        <a14:foregroundMark x1="26275" y1="85439" x2="24706" y2="96140"/>
                        <a14:foregroundMark x1="22647" y1="94211" x2="16863" y2="86316"/>
                        <a14:foregroundMark x1="41765" y1="53509" x2="35980" y2="75789"/>
                        <a14:foregroundMark x1="35980" y1="75789" x2="32745" y2="82456"/>
                        <a14:foregroundMark x1="36765" y1="72105" x2="29314" y2="85965"/>
                        <a14:foregroundMark x1="29314" y1="85965" x2="27059" y2="88421"/>
                        <a14:foregroundMark x1="34902" y1="78947" x2="42059" y2="48246"/>
                        <a14:foregroundMark x1="43725" y1="43684" x2="50392" y2="21404"/>
                        <a14:foregroundMark x1="50392" y1="21404" x2="55294" y2="12105"/>
                        <a14:foregroundMark x1="56176" y1="14561" x2="48039" y2="21404"/>
                        <a14:foregroundMark x1="58877" y1="11727" x2="59902" y2="10526"/>
                        <a14:foregroundMark x1="54510" y1="16842" x2="58796" y2="11821"/>
                        <a14:foregroundMark x1="49216" y1="19123" x2="55490" y2="10175"/>
                        <a14:foregroundMark x1="53627" y1="14561" x2="55294" y2="11053"/>
                        <a14:foregroundMark x1="50588" y1="16842" x2="57059" y2="8947"/>
                        <a14:foregroundMark x1="50588" y1="14561" x2="60490" y2="8947"/>
                        <a14:foregroundMark x1="60490" y1="8947" x2="64020" y2="9649"/>
                        <a14:foregroundMark x1="76569" y1="13333" x2="83431" y2="22982"/>
                        <a14:foregroundMark x1="51373" y1="11404" x2="60588" y2="5614"/>
                        <a14:foregroundMark x1="52059" y1="10000" x2="57059" y2="5263"/>
                        <a14:foregroundMark x1="49412" y1="13333" x2="50392" y2="11754"/>
                        <a14:foregroundMark x1="54510" y1="8772" x2="58431" y2="5263"/>
                        <a14:backgroundMark x1="56176" y1="18772" x2="57157" y2="17895"/>
                        <a14:backgroundMark x1="57059" y1="17895" x2="58431" y2="16842"/>
                        <a14:backgroundMark x1="57843" y1="15965" x2="58235" y2="14737"/>
                      </a14:backgroundRemoval>
                    </a14:imgEffect>
                  </a14:imgLayer>
                </a14:imgProps>
              </a:ext>
            </a:extLst>
          </a:blip>
          <a:srcRect l="12854" r="10964"/>
          <a:stretch/>
        </p:blipFill>
        <p:spPr>
          <a:xfrm>
            <a:off x="6573520" y="1541953"/>
            <a:ext cx="5145024" cy="377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01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A347A-0E2B-B100-B57A-65A287C0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Informatique - HMI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AD043C-3BC7-E14F-88E5-F256793A2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Développement d’une interface (HMI)</a:t>
            </a:r>
          </a:p>
          <a:p>
            <a:pPr lvl="1"/>
            <a:r>
              <a:rPr lang="fr-CA"/>
              <a:t>Pyqt6</a:t>
            </a:r>
          </a:p>
          <a:p>
            <a:pPr lvl="1"/>
            <a:r>
              <a:rPr lang="fr-CA"/>
              <a:t>Interface visuelle(inclus clavier)</a:t>
            </a:r>
          </a:p>
          <a:p>
            <a:pPr lvl="1"/>
            <a:r>
              <a:rPr lang="fr-CA"/>
              <a:t>Évènement</a:t>
            </a:r>
          </a:p>
          <a:p>
            <a:pPr lvl="1"/>
            <a:r>
              <a:rPr lang="fr-CA"/>
              <a:t>Retour visuelle</a:t>
            </a:r>
          </a:p>
          <a:p>
            <a:pPr lvl="1"/>
            <a:r>
              <a:rPr lang="fr-CA"/>
              <a:t>Communication avec le reste du système</a:t>
            </a:r>
          </a:p>
          <a:p>
            <a:pPr lvl="1"/>
            <a:r>
              <a:rPr lang="fr-CA"/>
              <a:t>Écran tactile</a:t>
            </a:r>
          </a:p>
          <a:p>
            <a:endParaRPr lang="en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A7A9CFC-AB20-BAF1-A0A3-29AABC466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142" y="400294"/>
            <a:ext cx="3994123" cy="224789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FF58947-8E55-5792-D757-10E6EA600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20" r="5111"/>
          <a:stretch/>
        </p:blipFill>
        <p:spPr>
          <a:xfrm rot="16200000">
            <a:off x="6700754" y="2281782"/>
            <a:ext cx="3681288" cy="4566504"/>
          </a:xfrm>
          <a:prstGeom prst="rect">
            <a:avLst/>
          </a:prstGeom>
        </p:spPr>
      </p:pic>
      <p:sp>
        <p:nvSpPr>
          <p:cNvPr id="6" name="Flèche : courbe vers la gauche 5">
            <a:extLst>
              <a:ext uri="{FF2B5EF4-FFF2-40B4-BE49-F238E27FC236}">
                <a16:creationId xmlns:a16="http://schemas.microsoft.com/office/drawing/2014/main" id="{3DB3FD17-A449-1D1C-C7CA-84FB8EF0A4C5}"/>
              </a:ext>
            </a:extLst>
          </p:cNvPr>
          <p:cNvSpPr/>
          <p:nvPr/>
        </p:nvSpPr>
        <p:spPr>
          <a:xfrm>
            <a:off x="10950757" y="2027980"/>
            <a:ext cx="892454" cy="1792224"/>
          </a:xfrm>
          <a:prstGeom prst="curved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780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F11D9-049C-9D28-975C-22398D6CE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fr-CA"/>
              <a:t>Mode de suivi d’objet automatique</a:t>
            </a:r>
            <a:endParaRPr lang="en-CA"/>
          </a:p>
        </p:txBody>
      </p:sp>
      <p:pic>
        <p:nvPicPr>
          <p:cNvPr id="4" name="490429561_9408091352559183_4018519136298669084_n">
            <a:hlinkClick r:id="" action="ppaction://media"/>
            <a:extLst>
              <a:ext uri="{FF2B5EF4-FFF2-40B4-BE49-F238E27FC236}">
                <a16:creationId xmlns:a16="http://schemas.microsoft.com/office/drawing/2014/main" id="{1D3EB202-5802-9987-DEBA-5AA612BCD0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02589" y="1691595"/>
            <a:ext cx="2740151" cy="487138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BA1A53-675D-BF19-D3F0-9A25138D1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579" y="2249487"/>
            <a:ext cx="6012832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fr-CA" sz="2200"/>
              <a:t>Prise de photo + détection avec YOLO v8  (Encadre les objets, trouve leurs milieux, Trouve le milieu commun a tous les objets de l’image)</a:t>
            </a:r>
          </a:p>
          <a:p>
            <a:pPr>
              <a:lnSpc>
                <a:spcPct val="110000"/>
              </a:lnSpc>
            </a:pPr>
            <a:r>
              <a:rPr lang="fr-CA" sz="2200"/>
              <a:t>Trouver les angles nécessaires (champ de vision de la caméra)</a:t>
            </a:r>
          </a:p>
          <a:p>
            <a:pPr>
              <a:lnSpc>
                <a:spcPct val="110000"/>
              </a:lnSpc>
            </a:pPr>
            <a:r>
              <a:rPr lang="fr-CA" sz="2200"/>
              <a:t>Envoyer les angles (</a:t>
            </a:r>
            <a:r>
              <a:rPr lang="fr-CA" sz="2200" err="1"/>
              <a:t>Yaw</a:t>
            </a:r>
            <a:r>
              <a:rPr lang="fr-CA" sz="2200"/>
              <a:t> et Pitch) au </a:t>
            </a:r>
            <a:r>
              <a:rPr lang="fr-CA" sz="2200" err="1"/>
              <a:t>arduino</a:t>
            </a:r>
            <a:endParaRPr lang="fr-CA" sz="2200"/>
          </a:p>
          <a:p>
            <a:pPr>
              <a:lnSpc>
                <a:spcPct val="110000"/>
              </a:lnSpc>
            </a:pPr>
            <a:r>
              <a:rPr lang="fr-CA" sz="2200"/>
              <a:t>Traitement avec un filtre RII</a:t>
            </a:r>
            <a:endParaRPr lang="en-CA" sz="2200"/>
          </a:p>
        </p:txBody>
      </p:sp>
    </p:spTree>
    <p:extLst>
      <p:ext uri="{BB962C8B-B14F-4D97-AF65-F5344CB8AC3E}">
        <p14:creationId xmlns:p14="http://schemas.microsoft.com/office/powerpoint/2010/main" val="148735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7444C0-CCB2-5A38-1EEF-13612BC15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Communication</a:t>
            </a:r>
            <a:endParaRPr lang="en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2E00388-A164-D6E0-6DFC-10D15B36B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691" y="2288552"/>
            <a:ext cx="6339431" cy="228089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F36130B-BC56-0AD7-C837-A85F5E7C6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99" y="1780498"/>
            <a:ext cx="3939701" cy="402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5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A17C6-0B6A-A5AF-89BC-2810E907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Atteinte des 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D74D45-DD57-7F70-E73D-DCDFF2614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6902"/>
            <a:ext cx="9905999" cy="3994299"/>
          </a:xfrm>
        </p:spPr>
        <p:txBody>
          <a:bodyPr/>
          <a:lstStyle/>
          <a:p>
            <a:r>
              <a:rPr lang="fr-CA"/>
              <a:t>Stabilisation de 1° à ±180 (</a:t>
            </a:r>
            <a:r>
              <a:rPr lang="fr-CA" err="1"/>
              <a:t>yaw</a:t>
            </a:r>
            <a:r>
              <a:rPr lang="fr-CA"/>
              <a:t> + roll) et 1° à ± 70° (pitch)</a:t>
            </a:r>
            <a:endParaRPr lang="fr-CA">
              <a:sym typeface="Wingdings" pitchFamily="2" charset="2"/>
            </a:endParaRPr>
          </a:p>
          <a:p>
            <a:r>
              <a:rPr lang="fr-CA">
                <a:sym typeface="Wingdings" pitchFamily="2" charset="2"/>
              </a:rPr>
              <a:t>Système réactif  &lt; 30ms (stabilisation) et ˜100ms (suivi auto.)</a:t>
            </a:r>
            <a:endParaRPr lang="fr-CA"/>
          </a:p>
          <a:p>
            <a:r>
              <a:rPr lang="fr-CA"/>
              <a:t>Développer un mode de suivi automatique </a:t>
            </a:r>
            <a:r>
              <a:rPr lang="fr-CA">
                <a:sym typeface="Wingdings" pitchFamily="2" charset="2"/>
              </a:rPr>
              <a:t> 5 m/s 4m et +</a:t>
            </a:r>
            <a:endParaRPr lang="fr-CA"/>
          </a:p>
          <a:p>
            <a:r>
              <a:rPr lang="fr-CA"/>
              <a:t>Concevoir une structure mécanique optimisée </a:t>
            </a:r>
            <a:r>
              <a:rPr lang="fr-CA">
                <a:sym typeface="Wingdings" pitchFamily="2" charset="2"/>
              </a:rPr>
              <a:t> 450 g total</a:t>
            </a:r>
            <a:endParaRPr lang="fr-CA"/>
          </a:p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076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C1F7-54EF-C720-D583-003D1F92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5894387" cy="1478570"/>
          </a:xfrm>
        </p:spPr>
        <p:txBody>
          <a:bodyPr anchor="b">
            <a:normAutofit/>
          </a:bodyPr>
          <a:lstStyle/>
          <a:p>
            <a:r>
              <a:rPr lang="fr-CA"/>
              <a:t>Prochaines Étapes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AB05D-252E-FE47-9D63-4B8342D4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894388" cy="3541714"/>
          </a:xfrm>
        </p:spPr>
        <p:txBody>
          <a:bodyPr>
            <a:normAutofit/>
          </a:bodyPr>
          <a:lstStyle/>
          <a:p>
            <a:r>
              <a:rPr lang="fr-CA"/>
              <a:t>Implémentation de mini-jeux avec la caméra</a:t>
            </a:r>
          </a:p>
          <a:p>
            <a:r>
              <a:rPr lang="fr-CA"/>
              <a:t>Ajout d’une batterie pour alimenter la gimbal</a:t>
            </a:r>
          </a:p>
          <a:p>
            <a:r>
              <a:rPr lang="fr-CA"/>
              <a:t>Filtrage plus efficace en mode suivi automatique</a:t>
            </a:r>
          </a:p>
          <a:p>
            <a:r>
              <a:rPr lang="fr-CA"/>
              <a:t>Fil plus long pour la Pi Camera</a:t>
            </a:r>
          </a:p>
        </p:txBody>
      </p:sp>
    </p:spTree>
    <p:extLst>
      <p:ext uri="{BB962C8B-B14F-4D97-AF65-F5344CB8AC3E}">
        <p14:creationId xmlns:p14="http://schemas.microsoft.com/office/powerpoint/2010/main" val="2168780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481AA-7D0C-68FE-89D1-6920F47E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fr-CA"/>
              <a:t>Gestion de projet – Méthode agile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0B332F-1EFB-D993-17E2-5660A20D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39" y="2097088"/>
            <a:ext cx="6661997" cy="288131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B4C27-BA03-76EE-8F97-7FE318684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607" y="2259647"/>
            <a:ext cx="4710683" cy="3541714"/>
          </a:xfrm>
        </p:spPr>
        <p:txBody>
          <a:bodyPr>
            <a:normAutofit/>
          </a:bodyPr>
          <a:lstStyle/>
          <a:p>
            <a:r>
              <a:rPr lang="fr-CA"/>
              <a:t>Utilisation de Jira</a:t>
            </a:r>
          </a:p>
          <a:p>
            <a:r>
              <a:rPr lang="fr-CA"/>
              <a:t>Ajout / retrait de tâches</a:t>
            </a:r>
          </a:p>
          <a:p>
            <a:r>
              <a:rPr lang="fr-CA"/>
              <a:t>GitHub</a:t>
            </a:r>
          </a:p>
          <a:p>
            <a:r>
              <a:rPr lang="fr-CA"/>
              <a:t>Teams, Messenger</a:t>
            </a:r>
          </a:p>
        </p:txBody>
      </p:sp>
    </p:spTree>
    <p:extLst>
      <p:ext uri="{BB962C8B-B14F-4D97-AF65-F5344CB8AC3E}">
        <p14:creationId xmlns:p14="http://schemas.microsoft.com/office/powerpoint/2010/main" val="1750082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B46B801C711446A85EFDA9236A8CD9" ma:contentTypeVersion="11" ma:contentTypeDescription="Crée un document." ma:contentTypeScope="" ma:versionID="50e146dab965c9d79998c999bc6206cd">
  <xsd:schema xmlns:xsd="http://www.w3.org/2001/XMLSchema" xmlns:xs="http://www.w3.org/2001/XMLSchema" xmlns:p="http://schemas.microsoft.com/office/2006/metadata/properties" xmlns:ns2="d70271fb-e8d4-435d-98ba-d7e9b097c908" xmlns:ns3="46a673cc-2764-43ef-b926-9bf685717182" targetNamespace="http://schemas.microsoft.com/office/2006/metadata/properties" ma:root="true" ma:fieldsID="6c4d7dc4508ce8d42dfbc0a2717842c3" ns2:_="" ns3:_="">
    <xsd:import namespace="d70271fb-e8d4-435d-98ba-d7e9b097c908"/>
    <xsd:import namespace="46a673cc-2764-43ef-b926-9bf6857171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0271fb-e8d4-435d-98ba-d7e9b097c9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264a842-8adc-43f3-ad4e-91e5e271ce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673cc-2764-43ef-b926-9bf68571718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9b8c0b2-98f8-4e08-9375-28eb4059277b}" ma:internalName="TaxCatchAll" ma:showField="CatchAllData" ma:web="46a673cc-2764-43ef-b926-9bf6857171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0271fb-e8d4-435d-98ba-d7e9b097c908">
      <Terms xmlns="http://schemas.microsoft.com/office/infopath/2007/PartnerControls"/>
    </lcf76f155ced4ddcb4097134ff3c332f>
    <TaxCatchAll xmlns="46a673cc-2764-43ef-b926-9bf685717182" xsi:nil="true"/>
  </documentManagement>
</p:properties>
</file>

<file path=customXml/itemProps1.xml><?xml version="1.0" encoding="utf-8"?>
<ds:datastoreItem xmlns:ds="http://schemas.openxmlformats.org/officeDocument/2006/customXml" ds:itemID="{D1571579-DEBC-4512-A597-5D8B31B1E9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12834B-A947-42EE-A63A-40806698C32A}">
  <ds:schemaRefs>
    <ds:schemaRef ds:uri="46a673cc-2764-43ef-b926-9bf685717182"/>
    <ds:schemaRef ds:uri="d70271fb-e8d4-435d-98ba-d7e9b097c90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2378281-BED9-47A2-9694-7BBABF531837}">
  <ds:schemaRefs>
    <ds:schemaRef ds:uri="46a673cc-2764-43ef-b926-9bf685717182"/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d70271fb-e8d4-435d-98ba-d7e9b097c908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22</TotalTime>
  <Words>468</Words>
  <Application>Microsoft Office PowerPoint</Application>
  <PresentationFormat>Grand écran</PresentationFormat>
  <Paragraphs>107</Paragraphs>
  <Slides>17</Slides>
  <Notes>9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Aptos</vt:lpstr>
      <vt:lpstr>Arial</vt:lpstr>
      <vt:lpstr>Tw Cen MT</vt:lpstr>
      <vt:lpstr>Wingdings</vt:lpstr>
      <vt:lpstr>Circuit</vt:lpstr>
      <vt:lpstr>Présentation finale– GimbUS 2000</vt:lpstr>
      <vt:lpstr>Présentation du projet</vt:lpstr>
      <vt:lpstr>Objectifs principaux </vt:lpstr>
      <vt:lpstr>Présentation PowerPoint</vt:lpstr>
      <vt:lpstr>Présentation PowerPoint</vt:lpstr>
      <vt:lpstr>Présentation PowerPoint</vt:lpstr>
      <vt:lpstr>Présentation PowerPoint</vt:lpstr>
      <vt:lpstr>Électronique</vt:lpstr>
      <vt:lpstr>Modèle MAthématique</vt:lpstr>
      <vt:lpstr>Mode de stabilisation – Structure du code</vt:lpstr>
      <vt:lpstr>Informatique - Vision</vt:lpstr>
      <vt:lpstr>Informatique - HMI</vt:lpstr>
      <vt:lpstr>Mode de suivi d’objet automatique</vt:lpstr>
      <vt:lpstr>Communication</vt:lpstr>
      <vt:lpstr>Atteinte des objectifs</vt:lpstr>
      <vt:lpstr>Prochaines Étapes</vt:lpstr>
      <vt:lpstr>Gestion de projet – Méthode agile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Livraison 1 – GimbUS 2000</dc:title>
  <dc:creator>Rémi Jetté</dc:creator>
  <cp:lastModifiedBy>Guillaume Béland</cp:lastModifiedBy>
  <cp:revision>1</cp:revision>
  <dcterms:created xsi:type="dcterms:W3CDTF">2025-02-19T17:34:25Z</dcterms:created>
  <dcterms:modified xsi:type="dcterms:W3CDTF">2025-04-13T21:33:59Z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0x0101007FB46B801C711446A85EFDA9236A8CD9</vt:lpwstr>
  </property>
</Properties>
</file>