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71" r:id="rId8"/>
    <p:sldId id="259" r:id="rId9"/>
    <p:sldId id="260" r:id="rId10"/>
    <p:sldId id="275" r:id="rId11"/>
    <p:sldId id="261" r:id="rId12"/>
    <p:sldId id="272" r:id="rId13"/>
    <p:sldId id="273" r:id="rId14"/>
    <p:sldId id="276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59"/>
  </p:normalViewPr>
  <p:slideViewPr>
    <p:cSldViewPr snapToGrid="0">
      <p:cViewPr varScale="1">
        <p:scale>
          <a:sx n="88" d="100"/>
          <a:sy n="88" d="100"/>
        </p:scale>
        <p:origin x="2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aume Béland" userId="5e0e8ca1-aad6-45fd-bfe1-42de3018897a" providerId="ADAL" clId="{55D394F1-6066-4DF6-B78A-7FB94D6B7DC3}"/>
    <pc:docChg chg="custSel addSld delSld modSld">
      <pc:chgData name="Guillaume Béland" userId="5e0e8ca1-aad6-45fd-bfe1-42de3018897a" providerId="ADAL" clId="{55D394F1-6066-4DF6-B78A-7FB94D6B7DC3}" dt="2025-02-19T19:03:41.104" v="203" actId="5793"/>
      <pc:docMkLst>
        <pc:docMk/>
      </pc:docMkLst>
      <pc:sldChg chg="addSp delSp modSp new mod">
        <pc:chgData name="Guillaume Béland" userId="5e0e8ca1-aad6-45fd-bfe1-42de3018897a" providerId="ADAL" clId="{55D394F1-6066-4DF6-B78A-7FB94D6B7DC3}" dt="2025-02-19T18:31:13.463" v="44" actId="1076"/>
        <pc:sldMkLst>
          <pc:docMk/>
          <pc:sldMk cId="1646788340" sldId="257"/>
        </pc:sldMkLst>
        <pc:picChg chg="add mod">
          <ac:chgData name="Guillaume Béland" userId="5e0e8ca1-aad6-45fd-bfe1-42de3018897a" providerId="ADAL" clId="{55D394F1-6066-4DF6-B78A-7FB94D6B7DC3}" dt="2025-02-19T18:31:02.185" v="41" actId="14100"/>
          <ac:picMkLst>
            <pc:docMk/>
            <pc:sldMk cId="1646788340" sldId="257"/>
            <ac:picMk id="5" creationId="{0FCA3DDE-9669-D568-B0F7-B203F81A2E95}"/>
          </ac:picMkLst>
        </pc:picChg>
        <pc:picChg chg="add mod">
          <ac:chgData name="Guillaume Béland" userId="5e0e8ca1-aad6-45fd-bfe1-42de3018897a" providerId="ADAL" clId="{55D394F1-6066-4DF6-B78A-7FB94D6B7DC3}" dt="2025-02-19T18:31:13.463" v="44" actId="1076"/>
          <ac:picMkLst>
            <pc:docMk/>
            <pc:sldMk cId="1646788340" sldId="257"/>
            <ac:picMk id="7" creationId="{B605890D-BD52-3785-C0B4-28EAB48B2B96}"/>
          </ac:picMkLst>
        </pc:picChg>
      </pc:sldChg>
      <pc:sldChg chg="addSp modSp new mod">
        <pc:chgData name="Guillaume Béland" userId="5e0e8ca1-aad6-45fd-bfe1-42de3018897a" providerId="ADAL" clId="{55D394F1-6066-4DF6-B78A-7FB94D6B7DC3}" dt="2025-02-19T18:28:48.153" v="31" actId="1076"/>
        <pc:sldMkLst>
          <pc:docMk/>
          <pc:sldMk cId="3381310881" sldId="258"/>
        </pc:sldMkLst>
        <pc:picChg chg="add mod modCrop">
          <ac:chgData name="Guillaume Béland" userId="5e0e8ca1-aad6-45fd-bfe1-42de3018897a" providerId="ADAL" clId="{55D394F1-6066-4DF6-B78A-7FB94D6B7DC3}" dt="2025-02-19T18:28:48.153" v="31" actId="1076"/>
          <ac:picMkLst>
            <pc:docMk/>
            <pc:sldMk cId="3381310881" sldId="258"/>
            <ac:picMk id="5" creationId="{AE3CBFF0-62E4-CDA0-5394-9B1357F7E51F}"/>
          </ac:picMkLst>
        </pc:picChg>
      </pc:sldChg>
      <pc:sldChg chg="modSp new mod">
        <pc:chgData name="Guillaume Béland" userId="5e0e8ca1-aad6-45fd-bfe1-42de3018897a" providerId="ADAL" clId="{55D394F1-6066-4DF6-B78A-7FB94D6B7DC3}" dt="2025-02-19T18:51:18.894" v="53" actId="20577"/>
        <pc:sldMkLst>
          <pc:docMk/>
          <pc:sldMk cId="2761858454" sldId="259"/>
        </pc:sldMkLst>
        <pc:spChg chg="mod">
          <ac:chgData name="Guillaume Béland" userId="5e0e8ca1-aad6-45fd-bfe1-42de3018897a" providerId="ADAL" clId="{55D394F1-6066-4DF6-B78A-7FB94D6B7DC3}" dt="2025-02-19T18:51:18.894" v="53" actId="20577"/>
          <ac:spMkLst>
            <pc:docMk/>
            <pc:sldMk cId="2761858454" sldId="259"/>
            <ac:spMk id="2" creationId="{018CE68B-1906-CE2B-C12D-C1120444AEFD}"/>
          </ac:spMkLst>
        </pc:spChg>
      </pc:sldChg>
      <pc:sldChg chg="modSp new mod">
        <pc:chgData name="Guillaume Béland" userId="5e0e8ca1-aad6-45fd-bfe1-42de3018897a" providerId="ADAL" clId="{55D394F1-6066-4DF6-B78A-7FB94D6B7DC3}" dt="2025-02-19T18:51:27.979" v="76" actId="20577"/>
        <pc:sldMkLst>
          <pc:docMk/>
          <pc:sldMk cId="4022280378" sldId="260"/>
        </pc:sldMkLst>
        <pc:spChg chg="mod">
          <ac:chgData name="Guillaume Béland" userId="5e0e8ca1-aad6-45fd-bfe1-42de3018897a" providerId="ADAL" clId="{55D394F1-6066-4DF6-B78A-7FB94D6B7DC3}" dt="2025-02-19T18:51:27.979" v="76" actId="20577"/>
          <ac:spMkLst>
            <pc:docMk/>
            <pc:sldMk cId="4022280378" sldId="260"/>
            <ac:spMk id="2" creationId="{0B578E11-147F-69DE-C9BD-CBE12A703B05}"/>
          </ac:spMkLst>
        </pc:spChg>
      </pc:sldChg>
      <pc:sldChg chg="modSp new mod">
        <pc:chgData name="Guillaume Béland" userId="5e0e8ca1-aad6-45fd-bfe1-42de3018897a" providerId="ADAL" clId="{55D394F1-6066-4DF6-B78A-7FB94D6B7DC3}" dt="2025-02-19T18:55:41.644" v="132" actId="20577"/>
        <pc:sldMkLst>
          <pc:docMk/>
          <pc:sldMk cId="2048541269" sldId="261"/>
        </pc:sldMkLst>
        <pc:spChg chg="mod">
          <ac:chgData name="Guillaume Béland" userId="5e0e8ca1-aad6-45fd-bfe1-42de3018897a" providerId="ADAL" clId="{55D394F1-6066-4DF6-B78A-7FB94D6B7DC3}" dt="2025-02-19T18:55:23.453" v="90" actId="20577"/>
          <ac:spMkLst>
            <pc:docMk/>
            <pc:sldMk cId="2048541269" sldId="261"/>
            <ac:spMk id="2" creationId="{1E3CAE03-8603-9C38-7F06-23010C358EBF}"/>
          </ac:spMkLst>
        </pc:spChg>
        <pc:spChg chg="mod">
          <ac:chgData name="Guillaume Béland" userId="5e0e8ca1-aad6-45fd-bfe1-42de3018897a" providerId="ADAL" clId="{55D394F1-6066-4DF6-B78A-7FB94D6B7DC3}" dt="2025-02-19T18:55:41.644" v="132" actId="20577"/>
          <ac:spMkLst>
            <pc:docMk/>
            <pc:sldMk cId="2048541269" sldId="261"/>
            <ac:spMk id="3" creationId="{50CC7F30-CC1C-12DF-3B55-59A7FE1396F4}"/>
          </ac:spMkLst>
        </pc:spChg>
      </pc:sldChg>
      <pc:sldChg chg="new del">
        <pc:chgData name="Guillaume Béland" userId="5e0e8ca1-aad6-45fd-bfe1-42de3018897a" providerId="ADAL" clId="{55D394F1-6066-4DF6-B78A-7FB94D6B7DC3}" dt="2025-02-19T18:55:58.757" v="145" actId="47"/>
        <pc:sldMkLst>
          <pc:docMk/>
          <pc:sldMk cId="2584827305" sldId="262"/>
        </pc:sldMkLst>
      </pc:sldChg>
      <pc:sldChg chg="new del">
        <pc:chgData name="Guillaume Béland" userId="5e0e8ca1-aad6-45fd-bfe1-42de3018897a" providerId="ADAL" clId="{55D394F1-6066-4DF6-B78A-7FB94D6B7DC3}" dt="2025-02-19T18:55:59.306" v="146" actId="47"/>
        <pc:sldMkLst>
          <pc:docMk/>
          <pc:sldMk cId="1514241613" sldId="263"/>
        </pc:sldMkLst>
      </pc:sldChg>
      <pc:sldChg chg="new del">
        <pc:chgData name="Guillaume Béland" userId="5e0e8ca1-aad6-45fd-bfe1-42de3018897a" providerId="ADAL" clId="{55D394F1-6066-4DF6-B78A-7FB94D6B7DC3}" dt="2025-02-19T18:55:59.798" v="147" actId="47"/>
        <pc:sldMkLst>
          <pc:docMk/>
          <pc:sldMk cId="349655360" sldId="264"/>
        </pc:sldMkLst>
      </pc:sldChg>
      <pc:sldChg chg="new del">
        <pc:chgData name="Guillaume Béland" userId="5e0e8ca1-aad6-45fd-bfe1-42de3018897a" providerId="ADAL" clId="{55D394F1-6066-4DF6-B78A-7FB94D6B7DC3}" dt="2025-02-19T18:56:00.288" v="148" actId="47"/>
        <pc:sldMkLst>
          <pc:docMk/>
          <pc:sldMk cId="654328289" sldId="265"/>
        </pc:sldMkLst>
      </pc:sldChg>
      <pc:sldChg chg="new del">
        <pc:chgData name="Guillaume Béland" userId="5e0e8ca1-aad6-45fd-bfe1-42de3018897a" providerId="ADAL" clId="{55D394F1-6066-4DF6-B78A-7FB94D6B7DC3}" dt="2025-02-19T18:56:00.812" v="149" actId="47"/>
        <pc:sldMkLst>
          <pc:docMk/>
          <pc:sldMk cId="4284038635" sldId="266"/>
        </pc:sldMkLst>
      </pc:sldChg>
      <pc:sldChg chg="new del">
        <pc:chgData name="Guillaume Béland" userId="5e0e8ca1-aad6-45fd-bfe1-42de3018897a" providerId="ADAL" clId="{55D394F1-6066-4DF6-B78A-7FB94D6B7DC3}" dt="2025-02-19T18:56:01.236" v="150" actId="47"/>
        <pc:sldMkLst>
          <pc:docMk/>
          <pc:sldMk cId="1814244089" sldId="267"/>
        </pc:sldMkLst>
      </pc:sldChg>
      <pc:sldChg chg="new del">
        <pc:chgData name="Guillaume Béland" userId="5e0e8ca1-aad6-45fd-bfe1-42de3018897a" providerId="ADAL" clId="{55D394F1-6066-4DF6-B78A-7FB94D6B7DC3}" dt="2025-02-19T18:56:01.910" v="151" actId="47"/>
        <pc:sldMkLst>
          <pc:docMk/>
          <pc:sldMk cId="4023242696" sldId="268"/>
        </pc:sldMkLst>
      </pc:sldChg>
      <pc:sldChg chg="new del">
        <pc:chgData name="Guillaume Béland" userId="5e0e8ca1-aad6-45fd-bfe1-42de3018897a" providerId="ADAL" clId="{55D394F1-6066-4DF6-B78A-7FB94D6B7DC3}" dt="2025-02-19T18:56:02.476" v="152" actId="47"/>
        <pc:sldMkLst>
          <pc:docMk/>
          <pc:sldMk cId="4093981573" sldId="269"/>
        </pc:sldMkLst>
      </pc:sldChg>
      <pc:sldChg chg="new del">
        <pc:chgData name="Guillaume Béland" userId="5e0e8ca1-aad6-45fd-bfe1-42de3018897a" providerId="ADAL" clId="{55D394F1-6066-4DF6-B78A-7FB94D6B7DC3}" dt="2025-02-19T18:56:03.159" v="153" actId="47"/>
        <pc:sldMkLst>
          <pc:docMk/>
          <pc:sldMk cId="4192068569" sldId="270"/>
        </pc:sldMkLst>
      </pc:sldChg>
      <pc:sldChg chg="modSp new mod">
        <pc:chgData name="Guillaume Béland" userId="5e0e8ca1-aad6-45fd-bfe1-42de3018897a" providerId="ADAL" clId="{55D394F1-6066-4DF6-B78A-7FB94D6B7DC3}" dt="2025-02-19T18:51:35.607" v="83" actId="20577"/>
        <pc:sldMkLst>
          <pc:docMk/>
          <pc:sldMk cId="2633862120" sldId="271"/>
        </pc:sldMkLst>
        <pc:spChg chg="mod">
          <ac:chgData name="Guillaume Béland" userId="5e0e8ca1-aad6-45fd-bfe1-42de3018897a" providerId="ADAL" clId="{55D394F1-6066-4DF6-B78A-7FB94D6B7DC3}" dt="2025-02-19T18:51:35.607" v="83" actId="20577"/>
          <ac:spMkLst>
            <pc:docMk/>
            <pc:sldMk cId="2633862120" sldId="271"/>
            <ac:spMk id="2" creationId="{DC949780-FA16-5E70-E105-128DC080D830}"/>
          </ac:spMkLst>
        </pc:spChg>
      </pc:sldChg>
      <pc:sldChg chg="modSp add mod">
        <pc:chgData name="Guillaume Béland" userId="5e0e8ca1-aad6-45fd-bfe1-42de3018897a" providerId="ADAL" clId="{55D394F1-6066-4DF6-B78A-7FB94D6B7DC3}" dt="2025-02-19T18:55:49.202" v="137" actId="20577"/>
        <pc:sldMkLst>
          <pc:docMk/>
          <pc:sldMk cId="3697271956" sldId="272"/>
        </pc:sldMkLst>
        <pc:spChg chg="mod">
          <ac:chgData name="Guillaume Béland" userId="5e0e8ca1-aad6-45fd-bfe1-42de3018897a" providerId="ADAL" clId="{55D394F1-6066-4DF6-B78A-7FB94D6B7DC3}" dt="2025-02-19T18:55:49.202" v="137" actId="20577"/>
          <ac:spMkLst>
            <pc:docMk/>
            <pc:sldMk cId="3697271956" sldId="272"/>
            <ac:spMk id="2" creationId="{52B51FD6-1428-5239-B23B-16FE1952AF43}"/>
          </ac:spMkLst>
        </pc:spChg>
      </pc:sldChg>
      <pc:sldChg chg="modSp add mod">
        <pc:chgData name="Guillaume Béland" userId="5e0e8ca1-aad6-45fd-bfe1-42de3018897a" providerId="ADAL" clId="{55D394F1-6066-4DF6-B78A-7FB94D6B7DC3}" dt="2025-02-19T18:55:55.362" v="144" actId="20577"/>
        <pc:sldMkLst>
          <pc:docMk/>
          <pc:sldMk cId="319093066" sldId="273"/>
        </pc:sldMkLst>
        <pc:spChg chg="mod">
          <ac:chgData name="Guillaume Béland" userId="5e0e8ca1-aad6-45fd-bfe1-42de3018897a" providerId="ADAL" clId="{55D394F1-6066-4DF6-B78A-7FB94D6B7DC3}" dt="2025-02-19T18:55:55.362" v="144" actId="20577"/>
          <ac:spMkLst>
            <pc:docMk/>
            <pc:sldMk cId="319093066" sldId="273"/>
            <ac:spMk id="2" creationId="{699ABA78-F3E2-B3D5-F8F3-EE53B234E290}"/>
          </ac:spMkLst>
        </pc:spChg>
      </pc:sldChg>
      <pc:sldChg chg="modSp new mod">
        <pc:chgData name="Guillaume Béland" userId="5e0e8ca1-aad6-45fd-bfe1-42de3018897a" providerId="ADAL" clId="{55D394F1-6066-4DF6-B78A-7FB94D6B7DC3}" dt="2025-02-19T19:03:13.857" v="165" actId="20577"/>
        <pc:sldMkLst>
          <pc:docMk/>
          <pc:sldMk cId="4038262255" sldId="274"/>
        </pc:sldMkLst>
        <pc:spChg chg="mod">
          <ac:chgData name="Guillaume Béland" userId="5e0e8ca1-aad6-45fd-bfe1-42de3018897a" providerId="ADAL" clId="{55D394F1-6066-4DF6-B78A-7FB94D6B7DC3}" dt="2025-02-19T19:03:13.857" v="165" actId="20577"/>
          <ac:spMkLst>
            <pc:docMk/>
            <pc:sldMk cId="4038262255" sldId="274"/>
            <ac:spMk id="2" creationId="{139FD316-CF6C-A9B8-0193-40B717BE642C}"/>
          </ac:spMkLst>
        </pc:spChg>
      </pc:sldChg>
      <pc:sldChg chg="modSp new mod">
        <pc:chgData name="Guillaume Béland" userId="5e0e8ca1-aad6-45fd-bfe1-42de3018897a" providerId="ADAL" clId="{55D394F1-6066-4DF6-B78A-7FB94D6B7DC3}" dt="2025-02-19T19:03:23.078" v="178" actId="20577"/>
        <pc:sldMkLst>
          <pc:docMk/>
          <pc:sldMk cId="3607435681" sldId="275"/>
        </pc:sldMkLst>
        <pc:spChg chg="mod">
          <ac:chgData name="Guillaume Béland" userId="5e0e8ca1-aad6-45fd-bfe1-42de3018897a" providerId="ADAL" clId="{55D394F1-6066-4DF6-B78A-7FB94D6B7DC3}" dt="2025-02-19T19:03:23.078" v="178" actId="20577"/>
          <ac:spMkLst>
            <pc:docMk/>
            <pc:sldMk cId="3607435681" sldId="275"/>
            <ac:spMk id="2" creationId="{B5B17956-83E7-A17E-FC98-FE87091379EA}"/>
          </ac:spMkLst>
        </pc:spChg>
      </pc:sldChg>
      <pc:sldChg chg="modSp new mod">
        <pc:chgData name="Guillaume Béland" userId="5e0e8ca1-aad6-45fd-bfe1-42de3018897a" providerId="ADAL" clId="{55D394F1-6066-4DF6-B78A-7FB94D6B7DC3}" dt="2025-02-19T19:03:41.104" v="203" actId="5793"/>
        <pc:sldMkLst>
          <pc:docMk/>
          <pc:sldMk cId="146015676" sldId="276"/>
        </pc:sldMkLst>
        <pc:spChg chg="mod">
          <ac:chgData name="Guillaume Béland" userId="5e0e8ca1-aad6-45fd-bfe1-42de3018897a" providerId="ADAL" clId="{55D394F1-6066-4DF6-B78A-7FB94D6B7DC3}" dt="2025-02-19T19:03:32.921" v="189" actId="20577"/>
          <ac:spMkLst>
            <pc:docMk/>
            <pc:sldMk cId="146015676" sldId="276"/>
            <ac:spMk id="2" creationId="{EEE2610F-EFA2-78ED-E8F7-F702B6FCE283}"/>
          </ac:spMkLst>
        </pc:spChg>
        <pc:spChg chg="mod">
          <ac:chgData name="Guillaume Béland" userId="5e0e8ca1-aad6-45fd-bfe1-42de3018897a" providerId="ADAL" clId="{55D394F1-6066-4DF6-B78A-7FB94D6B7DC3}" dt="2025-02-19T19:03:41.104" v="203" actId="5793"/>
          <ac:spMkLst>
            <pc:docMk/>
            <pc:sldMk cId="146015676" sldId="276"/>
            <ac:spMk id="3" creationId="{D7586B91-C1AE-FC0E-A230-D1456895D7A9}"/>
          </ac:spMkLst>
        </pc:spChg>
      </pc:sldChg>
    </pc:docChg>
  </pc:docChgLst>
  <pc:docChgLst>
    <pc:chgData name="Hugo Bergeron" userId="59293051-4354-40d9-86fb-fdc9df8c71c9" providerId="ADAL" clId="{E9AFCF45-42EA-40EF-8C91-A07AB6F9A7F4}"/>
    <pc:docChg chg="custSel modSld">
      <pc:chgData name="Hugo Bergeron" userId="59293051-4354-40d9-86fb-fdc9df8c71c9" providerId="ADAL" clId="{E9AFCF45-42EA-40EF-8C91-A07AB6F9A7F4}" dt="2025-01-22T18:37:02.978" v="125" actId="1076"/>
      <pc:docMkLst>
        <pc:docMk/>
      </pc:docMkLst>
      <pc:sldChg chg="addSp modSp mod">
        <pc:chgData name="Hugo Bergeron" userId="59293051-4354-40d9-86fb-fdc9df8c71c9" providerId="ADAL" clId="{E9AFCF45-42EA-40EF-8C91-A07AB6F9A7F4}" dt="2025-01-22T18:37:02.978" v="125" actId="1076"/>
        <pc:sldMkLst>
          <pc:docMk/>
          <pc:sldMk cId="787458944" sldId="256"/>
        </pc:sldMkLst>
        <pc:spChg chg="mod">
          <ac:chgData name="Hugo Bergeron" userId="59293051-4354-40d9-86fb-fdc9df8c71c9" providerId="ADAL" clId="{E9AFCF45-42EA-40EF-8C91-A07AB6F9A7F4}" dt="2025-01-22T18:36:57.425" v="123" actId="1076"/>
          <ac:spMkLst>
            <pc:docMk/>
            <pc:sldMk cId="787458944" sldId="256"/>
            <ac:spMk id="2" creationId="{8B499800-EEB1-363C-D425-65207435807C}"/>
          </ac:spMkLst>
        </pc:spChg>
        <pc:spChg chg="mod">
          <ac:chgData name="Hugo Bergeron" userId="59293051-4354-40d9-86fb-fdc9df8c71c9" providerId="ADAL" clId="{E9AFCF45-42EA-40EF-8C91-A07AB6F9A7F4}" dt="2025-01-22T18:37:00.602" v="124" actId="1076"/>
          <ac:spMkLst>
            <pc:docMk/>
            <pc:sldMk cId="787458944" sldId="256"/>
            <ac:spMk id="3" creationId="{27A982AD-8772-0EA3-7417-EFC562AD9BCC}"/>
          </ac:spMkLst>
        </pc:spChg>
        <pc:spChg chg="add mod">
          <ac:chgData name="Hugo Bergeron" userId="59293051-4354-40d9-86fb-fdc9df8c71c9" providerId="ADAL" clId="{E9AFCF45-42EA-40EF-8C91-A07AB6F9A7F4}" dt="2025-01-22T18:37:02.978" v="125" actId="1076"/>
          <ac:spMkLst>
            <pc:docMk/>
            <pc:sldMk cId="787458944" sldId="256"/>
            <ac:spMk id="4" creationId="{3EE00AA5-09C2-6FFF-8DBF-340B95D73B00}"/>
          </ac:spMkLst>
        </pc:spChg>
      </pc:sldChg>
    </pc:docChg>
  </pc:docChgLst>
  <pc:docChgLst>
    <pc:chgData name="Rémi Jetté" userId="53c7ddef-1adc-46a1-8967-7ad9ba7529bc" providerId="ADAL" clId="{2C907C7A-4113-0942-8F2F-451F683F8144}"/>
    <pc:docChg chg="modSld">
      <pc:chgData name="Rémi Jetté" userId="53c7ddef-1adc-46a1-8967-7ad9ba7529bc" providerId="ADAL" clId="{2C907C7A-4113-0942-8F2F-451F683F8144}" dt="2025-02-26T00:22:35.096" v="9" actId="1076"/>
      <pc:docMkLst>
        <pc:docMk/>
      </pc:docMkLst>
      <pc:sldChg chg="modSp mod">
        <pc:chgData name="Rémi Jetté" userId="53c7ddef-1adc-46a1-8967-7ad9ba7529bc" providerId="ADAL" clId="{2C907C7A-4113-0942-8F2F-451F683F8144}" dt="2025-02-26T00:22:35.096" v="9" actId="1076"/>
        <pc:sldMkLst>
          <pc:docMk/>
          <pc:sldMk cId="1646788340" sldId="257"/>
        </pc:sldMkLst>
        <pc:picChg chg="mod">
          <ac:chgData name="Rémi Jetté" userId="53c7ddef-1adc-46a1-8967-7ad9ba7529bc" providerId="ADAL" clId="{2C907C7A-4113-0942-8F2F-451F683F8144}" dt="2025-02-26T00:22:35.096" v="9" actId="1076"/>
          <ac:picMkLst>
            <pc:docMk/>
            <pc:sldMk cId="1646788340" sldId="257"/>
            <ac:picMk id="5" creationId="{0FCA3DDE-9669-D568-B0F7-B203F81A2E95}"/>
          </ac:picMkLst>
        </pc:picChg>
        <pc:picChg chg="mod">
          <ac:chgData name="Rémi Jetté" userId="53c7ddef-1adc-46a1-8967-7ad9ba7529bc" providerId="ADAL" clId="{2C907C7A-4113-0942-8F2F-451F683F8144}" dt="2025-02-26T00:22:24.207" v="4" actId="1076"/>
          <ac:picMkLst>
            <pc:docMk/>
            <pc:sldMk cId="1646788340" sldId="257"/>
            <ac:picMk id="7" creationId="{B605890D-BD52-3785-C0B4-28EAB48B2B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C8B61F-804B-8D79-A4BD-4B3EE44A9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4D7384-E327-C6E1-DDA1-2DEEED2A7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77AC18-488C-B3EA-B69F-359D9BCF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C36F-27DC-4680-BA92-43F8A947E2F0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09AC7F-6D14-BA71-AE5F-5B672E2D7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A329A4-1CAC-2A1E-2887-A94B17DB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D6BE-1EEE-48A7-BD7D-78B5F3F58F0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30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6B7110-CEE9-BE44-172A-8E50CF3B2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E2D822-035C-05B1-A24E-D501420E6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D56F56-E3F0-85B1-D424-82CC38A7E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C36F-27DC-4680-BA92-43F8A947E2F0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949977-B2C8-5297-FB39-E89C9A314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6701F9-7294-6616-EB0C-5E7A15B6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D6BE-1EEE-48A7-BD7D-78B5F3F58F0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0844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6B48FA-4986-156D-8509-91DD48FDD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81D61F-694B-2574-3FA4-979BD3650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77209C-C30D-1F19-7C02-EB093B08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C36F-27DC-4680-BA92-43F8A947E2F0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4EBF98-E678-ED07-7F6E-5CCD82FA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A36CDA-6A9D-3CF2-BE3B-D30EBD54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D6BE-1EEE-48A7-BD7D-78B5F3F58F0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50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AC39A8-C2B9-0A87-B419-60FE623F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331AB7-71FE-5216-6209-BE3EBBD7F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AC65E60-191C-72FC-3B0E-3E232C72E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E8D1D4-36AD-F04B-7B7E-B1407F76C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C36F-27DC-4680-BA92-43F8A947E2F0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E959AE-507D-BE9B-E4C1-66799380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D30460-348A-036E-D643-75519748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D6BE-1EEE-48A7-BD7D-78B5F3F58F0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918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A94FD-9A18-5DFB-86FC-5E49D022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D2D78F-4BF9-354A-151E-541987CAC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6BB617-0AC8-AB11-FAE7-CB83AB866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ACAB8A2-DE15-B3EC-C440-3A1D3D41B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A5BEF60-B078-84AC-63B9-3911E3F53B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211DDDD-3713-9C16-88E4-08EB0D30D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C36F-27DC-4680-BA92-43F8A947E2F0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79EDEB3-4F00-1AE4-A248-A49BC8403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4726102-245A-4047-DCF4-82ACF9A7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D6BE-1EEE-48A7-BD7D-78B5F3F58F0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669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DDEFA9-F1D0-FC32-1FA7-542E7278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C1DF59C-EDBF-818B-898E-4F65B0859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C36F-27DC-4680-BA92-43F8A947E2F0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53A810E-46CC-E845-AFE3-BA665873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3FD9FD-3196-B77E-E561-6233B088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D6BE-1EEE-48A7-BD7D-78B5F3F58F0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802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5451699-4093-0C67-7DA3-C623CB7F0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C36F-27DC-4680-BA92-43F8A947E2F0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23449FE-899B-689B-A114-07B7950C5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9B353A-0A6A-74EA-0883-DAE45D5E0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D6BE-1EEE-48A7-BD7D-78B5F3F58F0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1254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F4C07-CB5D-0501-253B-03FF1F385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D6E71D-D78E-8718-98A5-874DE95AF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4C39D6-9EDC-D2F7-EB8D-274DE1788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CCA7AD-0776-9655-6B04-6A3F5CC7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C36F-27DC-4680-BA92-43F8A947E2F0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5230CB-3771-0EBC-31E2-FA9B45FDD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C1E96-BE5E-6732-55FF-3EE3DB118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D6BE-1EEE-48A7-BD7D-78B5F3F58F0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587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ED5496-DE70-CC74-E581-18208ABAF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E2DEFE9-E16C-20BA-73CB-271AF8DEB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5D739E-BAD9-B422-D11F-1E5B5A53D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E051F7-4D58-D631-9BCD-632D3713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C36F-27DC-4680-BA92-43F8A947E2F0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DDC42E-7B7C-9E97-B92C-4746F29DF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CEDDEE-0245-A908-53A0-AC7B18550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D6BE-1EEE-48A7-BD7D-78B5F3F58F0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385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9D1A3-DBF3-8904-1E44-A95503B56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123AF-7204-D4C2-BA60-D0E930404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06D133-C52E-19F1-0F20-717B0C81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C36F-27DC-4680-BA92-43F8A947E2F0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D1D51-B6B2-BD6D-36D2-239D0767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65118D-4226-9B26-0C66-F7E2C3CB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D6BE-1EEE-48A7-BD7D-78B5F3F58F0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9748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4418395-AC3F-223B-C2A4-BC3D0235A2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E120051-E243-BF9D-E137-242AB4A47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0CD82B-CD9B-1E1B-47B4-10D802BE4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C36F-27DC-4680-BA92-43F8A947E2F0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0EE388-BCC0-1FA5-2FA4-06990177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74ADEE-E84C-8467-A7FC-60B1B097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D6BE-1EEE-48A7-BD7D-78B5F3F58F0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451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FA74BCD-0971-0706-E05B-46399B31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7AA947-4D4F-E9B8-380A-AF92A5438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A8B35C-B38A-AAEC-9A38-65A7777F84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4C36F-27DC-4680-BA92-43F8A947E2F0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559FFA-A96E-8977-5D18-5F4A73A34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9AC800-C940-FB0E-8A1E-4B5ABBECB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5D6BE-1EEE-48A7-BD7D-78B5F3F58F0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11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499800-EEB1-363C-D425-652074358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142"/>
            <a:ext cx="9144000" cy="2387600"/>
          </a:xfrm>
        </p:spPr>
        <p:txBody>
          <a:bodyPr/>
          <a:lstStyle/>
          <a:p>
            <a:r>
              <a:rPr lang="fr-CA" dirty="0" err="1"/>
              <a:t>GimbUS</a:t>
            </a:r>
            <a:r>
              <a:rPr lang="fr-CA" dirty="0"/>
              <a:t> 2000</a:t>
            </a:r>
            <a:endParaRPr lang="en-CA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7A982AD-8772-0EA3-7417-EFC562AD9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3535" y="2643497"/>
            <a:ext cx="3465311" cy="1655762"/>
          </a:xfrm>
        </p:spPr>
        <p:txBody>
          <a:bodyPr/>
          <a:lstStyle/>
          <a:p>
            <a:r>
              <a:rPr lang="fr-CA" dirty="0"/>
              <a:t>Avancements effectués cette semaine :</a:t>
            </a:r>
            <a:endParaRPr lang="en-CA" dirty="0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EE00AA5-09C2-6FFF-8DBF-340B95D73B00}"/>
              </a:ext>
            </a:extLst>
          </p:cNvPr>
          <p:cNvSpPr txBox="1">
            <a:spLocks/>
          </p:cNvSpPr>
          <p:nvPr/>
        </p:nvSpPr>
        <p:spPr>
          <a:xfrm>
            <a:off x="6335342" y="2601119"/>
            <a:ext cx="3373254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dirty="0"/>
              <a:t>Objectif pour la semaine suivante :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87458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FCA3DDE-9669-D568-B0F7-B203F81A2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21" y="107375"/>
            <a:ext cx="9481847" cy="249202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605890D-BD52-3785-C0B4-28EAB48B2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43" y="2421047"/>
            <a:ext cx="8900805" cy="432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86A07D-A329-DC62-6B0E-BE93006E1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2CCF65-0A44-6B77-B780-A2C235D93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E3CBFF0-62E4-CDA0-5394-9B1357F7E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517"/>
          <a:stretch/>
        </p:blipFill>
        <p:spPr>
          <a:xfrm>
            <a:off x="203006" y="265995"/>
            <a:ext cx="11525089" cy="311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10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949780-FA16-5E70-E105-128DC080D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Équipe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A469C3-AA34-0ED4-1B12-54CBABCB4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33862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8CE68B-1906-CE2B-C12D-C1120444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5D7E68-D084-DEC1-3B72-91BC559B0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185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578E11-147F-69DE-C9BD-CBE12A70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Fonctionnalités visées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1363FA-85F8-CAE8-A1F1-3472C197C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22280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B17956-83E7-A17E-FC98-FE8709137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82AD02-A20E-1135-0B20-3C5625B74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07435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3CAE03-8603-9C38-7F06-23010C35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mec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CC7F30-CC1C-12DF-3B55-59A7FE139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Requis</a:t>
            </a:r>
          </a:p>
          <a:p>
            <a:r>
              <a:rPr lang="fr-CA" dirty="0"/>
              <a:t>Contraintes</a:t>
            </a:r>
          </a:p>
          <a:p>
            <a:r>
              <a:rPr lang="fr-CA" dirty="0"/>
              <a:t>Conception</a:t>
            </a:r>
          </a:p>
          <a:p>
            <a:r>
              <a:rPr lang="fr-CA" dirty="0"/>
              <a:t>produit</a:t>
            </a:r>
          </a:p>
        </p:txBody>
      </p:sp>
    </p:spTree>
    <p:extLst>
      <p:ext uri="{BB962C8B-B14F-4D97-AF65-F5344CB8AC3E}">
        <p14:creationId xmlns:p14="http://schemas.microsoft.com/office/powerpoint/2010/main" val="2048541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B3714-04ED-EE6D-E3B0-9C8FC5AF9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B51FD6-1428-5239-B23B-16FE1952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elec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3DD1E8-49B0-1832-773C-D36B72B29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Requis</a:t>
            </a:r>
          </a:p>
          <a:p>
            <a:r>
              <a:rPr lang="fr-CA" dirty="0"/>
              <a:t>Contraintes</a:t>
            </a:r>
          </a:p>
          <a:p>
            <a:r>
              <a:rPr lang="fr-CA" dirty="0"/>
              <a:t>Conception</a:t>
            </a:r>
          </a:p>
          <a:p>
            <a:r>
              <a:rPr lang="fr-CA" dirty="0"/>
              <a:t>produit</a:t>
            </a:r>
          </a:p>
        </p:txBody>
      </p:sp>
    </p:spTree>
    <p:extLst>
      <p:ext uri="{BB962C8B-B14F-4D97-AF65-F5344CB8AC3E}">
        <p14:creationId xmlns:p14="http://schemas.microsoft.com/office/powerpoint/2010/main" val="3697271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B5AAD-65D0-E024-EB41-B33EE6E32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9ABA78-F3E2-B3D5-F8F3-EE53B234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Info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8091EF-57F1-9FC8-26D5-58816F92C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Requis</a:t>
            </a:r>
          </a:p>
          <a:p>
            <a:r>
              <a:rPr lang="fr-CA" dirty="0"/>
              <a:t>Contraintes</a:t>
            </a:r>
          </a:p>
          <a:p>
            <a:r>
              <a:rPr lang="fr-CA" dirty="0"/>
              <a:t>Conception</a:t>
            </a:r>
          </a:p>
          <a:p>
            <a:r>
              <a:rPr lang="fr-CA" dirty="0"/>
              <a:t>produit</a:t>
            </a:r>
          </a:p>
        </p:txBody>
      </p:sp>
    </p:spTree>
    <p:extLst>
      <p:ext uri="{BB962C8B-B14F-4D97-AF65-F5344CB8AC3E}">
        <p14:creationId xmlns:p14="http://schemas.microsoft.com/office/powerpoint/2010/main" val="319093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E2610F-EFA2-78ED-E8F7-F702B6FC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Opensource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586B91-C1AE-FC0E-A230-D1456895D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Git</a:t>
            </a:r>
          </a:p>
          <a:p>
            <a:r>
              <a:rPr lang="fr-CA" dirty="0" err="1"/>
              <a:t>Onshape</a:t>
            </a:r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6015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9FD316-CF6C-A9B8-0193-40B717BE6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Utilisation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DE9C83-8F35-E86D-4262-9231E357B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382622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0271fb-e8d4-435d-98ba-d7e9b097c908">
      <Terms xmlns="http://schemas.microsoft.com/office/infopath/2007/PartnerControls"/>
    </lcf76f155ced4ddcb4097134ff3c332f>
    <TaxCatchAll xmlns="46a673cc-2764-43ef-b926-9bf68571718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B46B801C711446A85EFDA9236A8CD9" ma:contentTypeVersion="11" ma:contentTypeDescription="Crée un document." ma:contentTypeScope="" ma:versionID="50e146dab965c9d79998c999bc6206cd">
  <xsd:schema xmlns:xsd="http://www.w3.org/2001/XMLSchema" xmlns:xs="http://www.w3.org/2001/XMLSchema" xmlns:p="http://schemas.microsoft.com/office/2006/metadata/properties" xmlns:ns2="d70271fb-e8d4-435d-98ba-d7e9b097c908" xmlns:ns3="46a673cc-2764-43ef-b926-9bf685717182" targetNamespace="http://schemas.microsoft.com/office/2006/metadata/properties" ma:root="true" ma:fieldsID="6c4d7dc4508ce8d42dfbc0a2717842c3" ns2:_="" ns3:_="">
    <xsd:import namespace="d70271fb-e8d4-435d-98ba-d7e9b097c908"/>
    <xsd:import namespace="46a673cc-2764-43ef-b926-9bf6857171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0271fb-e8d4-435d-98ba-d7e9b097c9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d264a842-8adc-43f3-ad4e-91e5e271ce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673cc-2764-43ef-b926-9bf68571718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9b8c0b2-98f8-4e08-9375-28eb4059277b}" ma:internalName="TaxCatchAll" ma:showField="CatchAllData" ma:web="46a673cc-2764-43ef-b926-9bf6857171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21AA11-7648-49A0-B209-BE3AB2EE083B}">
  <ds:schemaRefs>
    <ds:schemaRef ds:uri="46a673cc-2764-43ef-b926-9bf685717182"/>
    <ds:schemaRef ds:uri="d70271fb-e8d4-435d-98ba-d7e9b097c908"/>
    <ds:schemaRef ds:uri="http://www.w3.org/XML/1998/namespace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5FAED5A-822A-420B-9439-AF1C79836A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839DD6-45A5-4596-8211-9BE646DF9F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0271fb-e8d4-435d-98ba-d7e9b097c908"/>
    <ds:schemaRef ds:uri="46a673cc-2764-43ef-b926-9bf6857171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37</Words>
  <Application>Microsoft Macintosh PowerPoint</Application>
  <PresentationFormat>Grand écran</PresentationFormat>
  <Paragraphs>26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GimbUS 2000</vt:lpstr>
      <vt:lpstr>Présentation PowerPoint</vt:lpstr>
      <vt:lpstr>Présentation PowerPoint</vt:lpstr>
      <vt:lpstr>Équipe</vt:lpstr>
      <vt:lpstr>objectifs</vt:lpstr>
      <vt:lpstr>Fonctionnalités visées</vt:lpstr>
      <vt:lpstr>Organisation</vt:lpstr>
      <vt:lpstr>mec</vt:lpstr>
      <vt:lpstr>elec</vt:lpstr>
      <vt:lpstr>Info</vt:lpstr>
      <vt:lpstr>Opensource</vt:lpstr>
      <vt:lpstr>Utilisation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Bergeron</dc:creator>
  <cp:lastModifiedBy>Rémi Jetté</cp:lastModifiedBy>
  <cp:revision>1</cp:revision>
  <dcterms:created xsi:type="dcterms:W3CDTF">2025-01-22T18:31:04Z</dcterms:created>
  <dcterms:modified xsi:type="dcterms:W3CDTF">2025-02-26T00:22:39Z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0x0101007FB46B801C711446A85EFDA9236A8CD9</vt:lpwstr>
  </property>
  <property fmtid="{D5CDD505-2E9C-101B-9397-08002B2CF9AE}" pid="3" name="MediaServiceImageTags">
    <vt:lpwstr/>
  </property>
</Properties>
</file>